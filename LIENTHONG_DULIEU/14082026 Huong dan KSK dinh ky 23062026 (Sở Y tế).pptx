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19"/>
  </p:notesMasterIdLst>
  <p:sldIdLst>
    <p:sldId id="297" r:id="rId2"/>
    <p:sldId id="1191" r:id="rId3"/>
    <p:sldId id="1190" r:id="rId4"/>
    <p:sldId id="1193" r:id="rId5"/>
    <p:sldId id="299" r:id="rId6"/>
    <p:sldId id="318" r:id="rId7"/>
    <p:sldId id="304" r:id="rId8"/>
    <p:sldId id="319" r:id="rId9"/>
    <p:sldId id="320" r:id="rId10"/>
    <p:sldId id="321" r:id="rId11"/>
    <p:sldId id="322" r:id="rId12"/>
    <p:sldId id="323" r:id="rId13"/>
    <p:sldId id="325" r:id="rId14"/>
    <p:sldId id="326" r:id="rId15"/>
    <p:sldId id="305" r:id="rId16"/>
    <p:sldId id="301" r:id="rId17"/>
    <p:sldId id="278" r:id="rId18"/>
  </p:sldIdLst>
  <p:sldSz cx="9144000" cy="5143500" type="screen16x9"/>
  <p:notesSz cx="6858000" cy="9144000"/>
  <p:embeddedFontLst>
    <p:embeddedFont>
      <p:font typeface="Ubuntu Condensed" panose="020B0604020202020204" charset="0"/>
      <p:regular r:id="rId20"/>
    </p:embeddedFont>
    <p:embeddedFont>
      <p:font typeface="Roboto Slab Regular" panose="020B0604020202020204" charset="0"/>
      <p:regular r:id="rId21"/>
      <p:bold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Untitled Section" id="{BB2449C8-51A9-4160-8DE0-6B646CE84A0A}">
          <p14:sldIdLst>
            <p14:sldId id="297"/>
            <p14:sldId id="1191"/>
            <p14:sldId id="1190"/>
            <p14:sldId id="1193"/>
            <p14:sldId id="299"/>
            <p14:sldId id="318"/>
            <p14:sldId id="304"/>
            <p14:sldId id="319"/>
            <p14:sldId id="320"/>
            <p14:sldId id="321"/>
            <p14:sldId id="322"/>
            <p14:sldId id="323"/>
            <p14:sldId id="325"/>
            <p14:sldId id="326"/>
            <p14:sldId id="305"/>
            <p14:sldId id="301"/>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43"/>
    <p:restoredTop sz="94682"/>
  </p:normalViewPr>
  <p:slideViewPr>
    <p:cSldViewPr snapToGrid="0">
      <p:cViewPr varScale="1">
        <p:scale>
          <a:sx n="110" d="100"/>
          <a:sy n="110" d="100"/>
        </p:scale>
        <p:origin x="36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34288881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08DEC605-56CA-EA63-B9F4-AE04F500DF06}"/>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65AA9A66-0EF2-39F4-F2C6-D1665FDCE8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81A301BB-A6CD-4130-5ABF-716EC6A13E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12126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0E4A42FF-180E-441D-0349-3BB561C81DE2}"/>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BDBBBAD8-D521-901D-3C77-25DEEA1BA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A3AAB732-C3CD-8F09-3C58-0E6D337DD1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3660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0E4A42FF-180E-441D-0349-3BB561C81DE2}"/>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BDBBBAD8-D521-901D-3C77-25DEEA1BAA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A3AAB732-C3CD-8F09-3C58-0E6D337DD1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0921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0493B6D5-9964-66F7-5E5E-9942443960E8}"/>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94B8041F-BCBB-044A-991B-3A52D018CB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6CEE6AFE-694E-5C36-4403-14E0BA2B31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376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CACB78D1-96EC-E21F-6772-D61A742B44D8}"/>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58B4A35C-8B0E-8B37-D508-90FE7BE909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4798BB54-CB52-6B82-68F9-DDDCF07AFE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9604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2D7444A7-19AF-1F13-0C52-5F3C4C73DCC0}"/>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857AA3F0-B3AF-704B-C1A4-15044AF580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E5E1EBCA-C670-D23F-5A10-3748B28626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264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4B636B3C-4A81-8C8F-8C86-4584145B1FC7}"/>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52A86525-A159-BB5C-66C0-7CC13F9337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73CADD65-82A2-21E9-325A-6BE372912A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2803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6BB81874-7D0B-0A67-DFD9-F85672794CB3}"/>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326023C8-E8B2-14B8-1D00-6A53320E9F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E99697AA-D6B4-A3D4-4C4E-268632B36F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552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C96A4D1A-E23A-5F1B-6A8E-CF50DD441639}"/>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15C38823-C08A-979A-EE19-69130B5801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D3055EFB-B959-9538-562E-1814E3AAF6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7350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9454D41C-7E3F-C826-CF09-6DC752ECDD02}"/>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B6A9E1A4-66F9-3683-26B1-B2F2A783E8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36D9AC3B-091C-91CC-947B-369E4868F2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12338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3CCD43BA-B395-DF90-8644-039BE9C4720D}"/>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2CCA4675-62CF-7591-E945-478F33B61A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0C1832F8-90D8-8220-2E48-C33BC89090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1385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C0442DF7-AC02-9FC4-9820-05D06DA2DE1A}"/>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39F98A7D-6C6D-977F-B7ED-5039A395E2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4B5022CA-17F6-0C88-2486-929B77DA61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8410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CC971BF3-DEAC-6207-C716-9F96D82E1B80}"/>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481AC900-FC5D-3E01-716F-98A5154CB7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599E2E58-5CA7-3936-71C7-19598D495D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6394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2E76F949-BFDA-596B-9EE7-3BAD4FDA9C97}"/>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C2BEDF2F-AC25-9ADE-4FAC-58FE9886DF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A34FFF3D-06A0-92AE-F5D4-66132B941E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5682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a:extLst>
            <a:ext uri="{FF2B5EF4-FFF2-40B4-BE49-F238E27FC236}">
              <a16:creationId xmlns:a16="http://schemas.microsoft.com/office/drawing/2014/main" xmlns="" id="{0303E822-041A-3BA7-8FB9-36A92A8473BE}"/>
            </a:ext>
          </a:extLst>
        </p:cNvPr>
        <p:cNvGrpSpPr/>
        <p:nvPr/>
      </p:nvGrpSpPr>
      <p:grpSpPr>
        <a:xfrm>
          <a:off x="0" y="0"/>
          <a:ext cx="0" cy="0"/>
          <a:chOff x="0" y="0"/>
          <a:chExt cx="0" cy="0"/>
        </a:xfrm>
      </p:grpSpPr>
      <p:sp>
        <p:nvSpPr>
          <p:cNvPr id="217" name="Google Shape;217;g50ed617260_0_236:notes">
            <a:extLst>
              <a:ext uri="{FF2B5EF4-FFF2-40B4-BE49-F238E27FC236}">
                <a16:creationId xmlns:a16="http://schemas.microsoft.com/office/drawing/2014/main" xmlns="" id="{60258E0E-E404-13D2-A774-D2CF8F60C2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50ed617260_0_236:notes">
            <a:extLst>
              <a:ext uri="{FF2B5EF4-FFF2-40B4-BE49-F238E27FC236}">
                <a16:creationId xmlns:a16="http://schemas.microsoft.com/office/drawing/2014/main" xmlns="" id="{79E7D083-1BF8-2DC0-CB3B-F60C2952E1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23708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50ed617260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50ed617260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4783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TITTLE ">
  <p:cSld name="TITLE_2">
    <p:bg>
      <p:bgPr>
        <a:gradFill>
          <a:gsLst>
            <a:gs pos="0">
              <a:srgbClr val="FFFFFF">
                <a:alpha val="0"/>
              </a:srgbClr>
            </a:gs>
            <a:gs pos="100000">
              <a:srgbClr val="AAEAEA"/>
            </a:gs>
          </a:gsLst>
          <a:lin ang="0" scaled="0"/>
        </a:gradFill>
        <a:effectLst/>
      </p:bgPr>
    </p:bg>
    <p:spTree>
      <p:nvGrpSpPr>
        <p:cNvPr id="1" name="Shape 20"/>
        <p:cNvGrpSpPr/>
        <p:nvPr/>
      </p:nvGrpSpPr>
      <p:grpSpPr>
        <a:xfrm>
          <a:off x="0" y="0"/>
          <a:ext cx="0" cy="0"/>
          <a:chOff x="0" y="0"/>
          <a:chExt cx="0" cy="0"/>
        </a:xfrm>
      </p:grpSpPr>
      <p:sp>
        <p:nvSpPr>
          <p:cNvPr id="21" name="Google Shape;21;p3"/>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flipH="1">
            <a:off x="0" y="4587"/>
            <a:ext cx="9162900" cy="5143500"/>
          </a:xfrm>
          <a:prstGeom prst="rect">
            <a:avLst/>
          </a:prstGeom>
          <a:gradFill>
            <a:gsLst>
              <a:gs pos="0">
                <a:srgbClr val="FFFFFF">
                  <a:alpha val="0"/>
                </a:srgbClr>
              </a:gs>
              <a:gs pos="100000">
                <a:srgbClr val="AAEAEA">
                  <a:alpha val="5803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txBox="1">
            <a:spLocks noGrp="1"/>
          </p:cNvSpPr>
          <p:nvPr>
            <p:ph type="ctrTitle"/>
          </p:nvPr>
        </p:nvSpPr>
        <p:spPr>
          <a:xfrm flipH="1">
            <a:off x="2429100" y="1892300"/>
            <a:ext cx="4304700" cy="6705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800"/>
              <a:buNone/>
              <a:defRPr sz="48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7" name="Google Shape;27;p3"/>
          <p:cNvSpPr/>
          <p:nvPr/>
        </p:nvSpPr>
        <p:spPr>
          <a:xfrm>
            <a:off x="1950" y="2612238"/>
            <a:ext cx="9158709" cy="2283509"/>
          </a:xfrm>
          <a:custGeom>
            <a:avLst/>
            <a:gdLst/>
            <a:ahLst/>
            <a:cxnLst/>
            <a:rect l="l" t="t" r="r" b="b"/>
            <a:pathLst>
              <a:path w="115070" h="28690" extrusionOk="0">
                <a:moveTo>
                  <a:pt x="115070" y="0"/>
                </a:moveTo>
                <a:cubicBezTo>
                  <a:pt x="112368" y="1196"/>
                  <a:pt x="109380" y="2678"/>
                  <a:pt x="106989" y="4471"/>
                </a:cubicBezTo>
                <a:cubicBezTo>
                  <a:pt x="104000" y="6575"/>
                  <a:pt x="101610" y="9253"/>
                  <a:pt x="98334" y="10448"/>
                </a:cubicBezTo>
                <a:cubicBezTo>
                  <a:pt x="97333" y="10849"/>
                  <a:pt x="96296" y="11016"/>
                  <a:pt x="95248" y="11016"/>
                </a:cubicBezTo>
                <a:cubicBezTo>
                  <a:pt x="93169" y="11016"/>
                  <a:pt x="91045" y="10358"/>
                  <a:pt x="89058" y="9563"/>
                </a:cubicBezTo>
                <a:cubicBezTo>
                  <a:pt x="85061" y="7556"/>
                  <a:pt x="81064" y="5390"/>
                  <a:pt x="76822" y="5390"/>
                </a:cubicBezTo>
                <a:cubicBezTo>
                  <a:pt x="75355" y="5390"/>
                  <a:pt x="73858" y="5650"/>
                  <a:pt x="72322" y="6264"/>
                </a:cubicBezTo>
                <a:cubicBezTo>
                  <a:pt x="66943" y="8655"/>
                  <a:pt x="63357" y="14034"/>
                  <a:pt x="59484" y="18218"/>
                </a:cubicBezTo>
                <a:cubicBezTo>
                  <a:pt x="56184" y="22115"/>
                  <a:pt x="52000" y="25701"/>
                  <a:pt x="46932" y="25701"/>
                </a:cubicBezTo>
                <a:cubicBezTo>
                  <a:pt x="46635" y="25719"/>
                  <a:pt x="46343" y="25728"/>
                  <a:pt x="46054" y="25728"/>
                </a:cubicBezTo>
                <a:cubicBezTo>
                  <a:pt x="36734" y="25728"/>
                  <a:pt x="31490" y="16556"/>
                  <a:pt x="25414" y="10759"/>
                </a:cubicBezTo>
                <a:cubicBezTo>
                  <a:pt x="19817" y="5162"/>
                  <a:pt x="12263" y="431"/>
                  <a:pt x="4239" y="431"/>
                </a:cubicBezTo>
                <a:cubicBezTo>
                  <a:pt x="2838" y="431"/>
                  <a:pt x="1422" y="575"/>
                  <a:pt x="0" y="885"/>
                </a:cubicBezTo>
                <a:lnTo>
                  <a:pt x="0" y="20609"/>
                </a:lnTo>
                <a:cubicBezTo>
                  <a:pt x="4184" y="18529"/>
                  <a:pt x="8368" y="16138"/>
                  <a:pt x="12863" y="15230"/>
                </a:cubicBezTo>
                <a:cubicBezTo>
                  <a:pt x="14742" y="14692"/>
                  <a:pt x="16703" y="14423"/>
                  <a:pt x="18656" y="14423"/>
                </a:cubicBezTo>
                <a:cubicBezTo>
                  <a:pt x="23215" y="14423"/>
                  <a:pt x="27734" y="15887"/>
                  <a:pt x="31081" y="18816"/>
                </a:cubicBezTo>
                <a:cubicBezTo>
                  <a:pt x="35575" y="22713"/>
                  <a:pt x="40955" y="28690"/>
                  <a:pt x="47219" y="28690"/>
                </a:cubicBezTo>
                <a:cubicBezTo>
                  <a:pt x="56782" y="28690"/>
                  <a:pt x="59484" y="14943"/>
                  <a:pt x="68736" y="14943"/>
                </a:cubicBezTo>
                <a:cubicBezTo>
                  <a:pt x="75024" y="14943"/>
                  <a:pt x="79208" y="22115"/>
                  <a:pt x="85472" y="23597"/>
                </a:cubicBezTo>
                <a:cubicBezTo>
                  <a:pt x="86135" y="23741"/>
                  <a:pt x="86813" y="23810"/>
                  <a:pt x="87496" y="23810"/>
                </a:cubicBezTo>
                <a:cubicBezTo>
                  <a:pt x="91126" y="23810"/>
                  <a:pt x="94911" y="21883"/>
                  <a:pt x="97426" y="19127"/>
                </a:cubicBezTo>
                <a:cubicBezTo>
                  <a:pt x="100725" y="16138"/>
                  <a:pt x="103116" y="12241"/>
                  <a:pt x="106104" y="8966"/>
                </a:cubicBezTo>
                <a:cubicBezTo>
                  <a:pt x="108782" y="6264"/>
                  <a:pt x="111771" y="3873"/>
                  <a:pt x="115070" y="2080"/>
                </a:cubicBezTo>
                <a:lnTo>
                  <a:pt x="115070" y="0"/>
                </a:lnTo>
                <a:close/>
              </a:path>
            </a:pathLst>
          </a:custGeom>
          <a:solidFill>
            <a:srgbClr val="FFFFFF">
              <a:alpha val="66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10800000">
            <a:off x="-14850" y="3040515"/>
            <a:ext cx="9158709" cy="2006650"/>
          </a:xfrm>
          <a:custGeom>
            <a:avLst/>
            <a:gdLst/>
            <a:ahLst/>
            <a:cxnLst/>
            <a:rect l="l" t="t" r="r" b="b"/>
            <a:pathLst>
              <a:path w="115070" h="28690" extrusionOk="0">
                <a:moveTo>
                  <a:pt x="115070" y="0"/>
                </a:moveTo>
                <a:cubicBezTo>
                  <a:pt x="112368" y="1196"/>
                  <a:pt x="109380" y="2678"/>
                  <a:pt x="106989" y="4471"/>
                </a:cubicBezTo>
                <a:cubicBezTo>
                  <a:pt x="104000" y="6575"/>
                  <a:pt x="101610" y="9253"/>
                  <a:pt x="98334" y="10448"/>
                </a:cubicBezTo>
                <a:cubicBezTo>
                  <a:pt x="97333" y="10849"/>
                  <a:pt x="96296" y="11016"/>
                  <a:pt x="95248" y="11016"/>
                </a:cubicBezTo>
                <a:cubicBezTo>
                  <a:pt x="93169" y="11016"/>
                  <a:pt x="91045" y="10358"/>
                  <a:pt x="89058" y="9563"/>
                </a:cubicBezTo>
                <a:cubicBezTo>
                  <a:pt x="85061" y="7556"/>
                  <a:pt x="81064" y="5390"/>
                  <a:pt x="76822" y="5390"/>
                </a:cubicBezTo>
                <a:cubicBezTo>
                  <a:pt x="75355" y="5390"/>
                  <a:pt x="73858" y="5650"/>
                  <a:pt x="72322" y="6264"/>
                </a:cubicBezTo>
                <a:cubicBezTo>
                  <a:pt x="66943" y="8655"/>
                  <a:pt x="63357" y="14034"/>
                  <a:pt x="59484" y="18218"/>
                </a:cubicBezTo>
                <a:cubicBezTo>
                  <a:pt x="56184" y="22115"/>
                  <a:pt x="52000" y="25701"/>
                  <a:pt x="46932" y="25701"/>
                </a:cubicBezTo>
                <a:cubicBezTo>
                  <a:pt x="46635" y="25719"/>
                  <a:pt x="46343" y="25728"/>
                  <a:pt x="46054" y="25728"/>
                </a:cubicBezTo>
                <a:cubicBezTo>
                  <a:pt x="36734" y="25728"/>
                  <a:pt x="31490" y="16556"/>
                  <a:pt x="25414" y="10759"/>
                </a:cubicBezTo>
                <a:cubicBezTo>
                  <a:pt x="19817" y="5162"/>
                  <a:pt x="12263" y="431"/>
                  <a:pt x="4239" y="431"/>
                </a:cubicBezTo>
                <a:cubicBezTo>
                  <a:pt x="2838" y="431"/>
                  <a:pt x="1422" y="575"/>
                  <a:pt x="0" y="885"/>
                </a:cubicBezTo>
                <a:lnTo>
                  <a:pt x="0" y="20609"/>
                </a:lnTo>
                <a:cubicBezTo>
                  <a:pt x="4184" y="18529"/>
                  <a:pt x="8368" y="16138"/>
                  <a:pt x="12863" y="15230"/>
                </a:cubicBezTo>
                <a:cubicBezTo>
                  <a:pt x="14742" y="14692"/>
                  <a:pt x="16703" y="14423"/>
                  <a:pt x="18656" y="14423"/>
                </a:cubicBezTo>
                <a:cubicBezTo>
                  <a:pt x="23215" y="14423"/>
                  <a:pt x="27734" y="15887"/>
                  <a:pt x="31081" y="18816"/>
                </a:cubicBezTo>
                <a:cubicBezTo>
                  <a:pt x="35575" y="22713"/>
                  <a:pt x="40955" y="28690"/>
                  <a:pt x="47219" y="28690"/>
                </a:cubicBezTo>
                <a:cubicBezTo>
                  <a:pt x="56782" y="28690"/>
                  <a:pt x="59484" y="14943"/>
                  <a:pt x="68736" y="14943"/>
                </a:cubicBezTo>
                <a:cubicBezTo>
                  <a:pt x="75024" y="14943"/>
                  <a:pt x="79208" y="22115"/>
                  <a:pt x="85472" y="23597"/>
                </a:cubicBezTo>
                <a:cubicBezTo>
                  <a:pt x="86135" y="23741"/>
                  <a:pt x="86813" y="23810"/>
                  <a:pt x="87496" y="23810"/>
                </a:cubicBezTo>
                <a:cubicBezTo>
                  <a:pt x="91126" y="23810"/>
                  <a:pt x="94911" y="21883"/>
                  <a:pt x="97426" y="19127"/>
                </a:cubicBezTo>
                <a:cubicBezTo>
                  <a:pt x="100725" y="16138"/>
                  <a:pt x="103116" y="12241"/>
                  <a:pt x="106104" y="8966"/>
                </a:cubicBezTo>
                <a:cubicBezTo>
                  <a:pt x="108782" y="6264"/>
                  <a:pt x="111771" y="3873"/>
                  <a:pt x="115070" y="2080"/>
                </a:cubicBezTo>
                <a:lnTo>
                  <a:pt x="115070" y="0"/>
                </a:lnTo>
                <a:close/>
              </a:path>
            </a:pathLst>
          </a:custGeom>
          <a:gradFill>
            <a:gsLst>
              <a:gs pos="0">
                <a:srgbClr val="0095FF">
                  <a:alpha val="41568"/>
                </a:srgbClr>
              </a:gs>
              <a:gs pos="100000">
                <a:srgbClr val="01F9C0">
                  <a:alpha val="4000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10800000" flipH="1">
            <a:off x="2091" y="3157827"/>
            <a:ext cx="9158709" cy="1772038"/>
          </a:xfrm>
          <a:custGeom>
            <a:avLst/>
            <a:gdLst/>
            <a:ahLst/>
            <a:cxnLst/>
            <a:rect l="l" t="t" r="r" b="b"/>
            <a:pathLst>
              <a:path w="115070" h="28690" extrusionOk="0">
                <a:moveTo>
                  <a:pt x="115070" y="0"/>
                </a:moveTo>
                <a:cubicBezTo>
                  <a:pt x="112368" y="1196"/>
                  <a:pt x="109380" y="2678"/>
                  <a:pt x="106989" y="4471"/>
                </a:cubicBezTo>
                <a:cubicBezTo>
                  <a:pt x="104000" y="6575"/>
                  <a:pt x="101610" y="9253"/>
                  <a:pt x="98334" y="10448"/>
                </a:cubicBezTo>
                <a:cubicBezTo>
                  <a:pt x="97333" y="10849"/>
                  <a:pt x="96296" y="11016"/>
                  <a:pt x="95248" y="11016"/>
                </a:cubicBezTo>
                <a:cubicBezTo>
                  <a:pt x="93169" y="11016"/>
                  <a:pt x="91045" y="10358"/>
                  <a:pt x="89058" y="9563"/>
                </a:cubicBezTo>
                <a:cubicBezTo>
                  <a:pt x="85061" y="7556"/>
                  <a:pt x="81064" y="5390"/>
                  <a:pt x="76822" y="5390"/>
                </a:cubicBezTo>
                <a:cubicBezTo>
                  <a:pt x="75355" y="5390"/>
                  <a:pt x="73858" y="5650"/>
                  <a:pt x="72322" y="6264"/>
                </a:cubicBezTo>
                <a:cubicBezTo>
                  <a:pt x="66943" y="8655"/>
                  <a:pt x="63357" y="14034"/>
                  <a:pt x="59484" y="18218"/>
                </a:cubicBezTo>
                <a:cubicBezTo>
                  <a:pt x="56184" y="22115"/>
                  <a:pt x="52000" y="25701"/>
                  <a:pt x="46932" y="25701"/>
                </a:cubicBezTo>
                <a:cubicBezTo>
                  <a:pt x="46635" y="25719"/>
                  <a:pt x="46343" y="25728"/>
                  <a:pt x="46054" y="25728"/>
                </a:cubicBezTo>
                <a:cubicBezTo>
                  <a:pt x="36734" y="25728"/>
                  <a:pt x="31490" y="16556"/>
                  <a:pt x="25414" y="10759"/>
                </a:cubicBezTo>
                <a:cubicBezTo>
                  <a:pt x="19817" y="5162"/>
                  <a:pt x="12263" y="431"/>
                  <a:pt x="4239" y="431"/>
                </a:cubicBezTo>
                <a:cubicBezTo>
                  <a:pt x="2838" y="431"/>
                  <a:pt x="1422" y="575"/>
                  <a:pt x="0" y="885"/>
                </a:cubicBezTo>
                <a:lnTo>
                  <a:pt x="0" y="20609"/>
                </a:lnTo>
                <a:cubicBezTo>
                  <a:pt x="4184" y="18529"/>
                  <a:pt x="8368" y="16138"/>
                  <a:pt x="12863" y="15230"/>
                </a:cubicBezTo>
                <a:cubicBezTo>
                  <a:pt x="14742" y="14692"/>
                  <a:pt x="16703" y="14423"/>
                  <a:pt x="18656" y="14423"/>
                </a:cubicBezTo>
                <a:cubicBezTo>
                  <a:pt x="23215" y="14423"/>
                  <a:pt x="27734" y="15887"/>
                  <a:pt x="31081" y="18816"/>
                </a:cubicBezTo>
                <a:cubicBezTo>
                  <a:pt x="35575" y="22713"/>
                  <a:pt x="40955" y="28690"/>
                  <a:pt x="47219" y="28690"/>
                </a:cubicBezTo>
                <a:cubicBezTo>
                  <a:pt x="56782" y="28690"/>
                  <a:pt x="59484" y="14943"/>
                  <a:pt x="68736" y="14943"/>
                </a:cubicBezTo>
                <a:cubicBezTo>
                  <a:pt x="75024" y="14943"/>
                  <a:pt x="79208" y="22115"/>
                  <a:pt x="85472" y="23597"/>
                </a:cubicBezTo>
                <a:cubicBezTo>
                  <a:pt x="86135" y="23741"/>
                  <a:pt x="86813" y="23810"/>
                  <a:pt x="87496" y="23810"/>
                </a:cubicBezTo>
                <a:cubicBezTo>
                  <a:pt x="91126" y="23810"/>
                  <a:pt x="94911" y="21883"/>
                  <a:pt x="97426" y="19127"/>
                </a:cubicBezTo>
                <a:cubicBezTo>
                  <a:pt x="100725" y="16138"/>
                  <a:pt x="103116" y="12241"/>
                  <a:pt x="106104" y="8966"/>
                </a:cubicBezTo>
                <a:cubicBezTo>
                  <a:pt x="108782" y="6264"/>
                  <a:pt x="111771" y="3873"/>
                  <a:pt x="115070" y="2080"/>
                </a:cubicBezTo>
                <a:lnTo>
                  <a:pt x="115070" y="0"/>
                </a:lnTo>
                <a:close/>
              </a:path>
            </a:pathLst>
          </a:custGeom>
          <a:gradFill>
            <a:gsLst>
              <a:gs pos="0">
                <a:srgbClr val="01F9C0">
                  <a:alpha val="40000"/>
                </a:srgbClr>
              </a:gs>
              <a:gs pos="100000">
                <a:srgbClr val="AAEAEA"/>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QUOTE">
  <p:cSld name="TITLE_ONLY_1">
    <p:bg>
      <p:bgPr>
        <a:gradFill>
          <a:gsLst>
            <a:gs pos="0">
              <a:srgbClr val="FFFFFF">
                <a:alpha val="0"/>
              </a:srgbClr>
            </a:gs>
            <a:gs pos="100000">
              <a:srgbClr val="AAEAEA"/>
            </a:gs>
          </a:gsLst>
          <a:lin ang="0" scaled="0"/>
        </a:gradFill>
        <a:effectLst/>
      </p:bgPr>
    </p:bg>
    <p:spTree>
      <p:nvGrpSpPr>
        <p:cNvPr id="1" name="Shape 139"/>
        <p:cNvGrpSpPr/>
        <p:nvPr/>
      </p:nvGrpSpPr>
      <p:grpSpPr>
        <a:xfrm>
          <a:off x="0" y="0"/>
          <a:ext cx="0" cy="0"/>
          <a:chOff x="0" y="0"/>
          <a:chExt cx="0" cy="0"/>
        </a:xfrm>
      </p:grpSpPr>
      <p:sp>
        <p:nvSpPr>
          <p:cNvPr id="140" name="Google Shape;140;p12"/>
          <p:cNvSpPr/>
          <p:nvPr/>
        </p:nvSpPr>
        <p:spPr>
          <a:xfrm>
            <a:off x="0" y="0"/>
            <a:ext cx="9162900" cy="5143500"/>
          </a:xfrm>
          <a:prstGeom prst="rect">
            <a:avLst/>
          </a:prstGeom>
          <a:gradFill>
            <a:gsLst>
              <a:gs pos="0">
                <a:srgbClr val="FFFFFF">
                  <a:alpha val="36470"/>
                </a:srgbClr>
              </a:gs>
              <a:gs pos="39000">
                <a:srgbClr val="FFFFFF">
                  <a:alpha val="36470"/>
                </a:srgbClr>
              </a:gs>
              <a:gs pos="100000">
                <a:srgbClr val="AAEAEA">
                  <a:alpha val="70196"/>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2"/>
          <p:cNvSpPr/>
          <p:nvPr/>
        </p:nvSpPr>
        <p:spPr>
          <a:xfrm>
            <a:off x="0" y="1107250"/>
            <a:ext cx="9144000" cy="2909100"/>
          </a:xfrm>
          <a:prstGeom prst="rect">
            <a:avLst/>
          </a:prstGeom>
          <a:solidFill>
            <a:srgbClr val="FFFFFF">
              <a:alpha val="573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2"/>
          <p:cNvSpPr txBox="1">
            <a:spLocks noGrp="1"/>
          </p:cNvSpPr>
          <p:nvPr>
            <p:ph type="ctrTitle"/>
          </p:nvPr>
        </p:nvSpPr>
        <p:spPr>
          <a:xfrm>
            <a:off x="5497316" y="3109025"/>
            <a:ext cx="2637000" cy="4476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algn="r" rtl="0">
              <a:spcBef>
                <a:spcPts val="0"/>
              </a:spcBef>
              <a:spcAft>
                <a:spcPts val="0"/>
              </a:spcAft>
              <a:buSzPts val="1400"/>
              <a:buFont typeface="Ubuntu Condensed"/>
              <a:buNone/>
              <a:defRPr sz="1400">
                <a:latin typeface="Ubuntu Condensed"/>
                <a:ea typeface="Ubuntu Condensed"/>
                <a:cs typeface="Ubuntu Condensed"/>
                <a:sym typeface="Ubuntu Condensed"/>
              </a:defRPr>
            </a:lvl2pPr>
            <a:lvl3pPr lvl="2" algn="r" rtl="0">
              <a:spcBef>
                <a:spcPts val="0"/>
              </a:spcBef>
              <a:spcAft>
                <a:spcPts val="0"/>
              </a:spcAft>
              <a:buSzPts val="1400"/>
              <a:buFont typeface="Ubuntu Condensed"/>
              <a:buNone/>
              <a:defRPr sz="1400">
                <a:latin typeface="Ubuntu Condensed"/>
                <a:ea typeface="Ubuntu Condensed"/>
                <a:cs typeface="Ubuntu Condensed"/>
                <a:sym typeface="Ubuntu Condensed"/>
              </a:defRPr>
            </a:lvl3pPr>
            <a:lvl4pPr lvl="3" algn="r" rtl="0">
              <a:spcBef>
                <a:spcPts val="0"/>
              </a:spcBef>
              <a:spcAft>
                <a:spcPts val="0"/>
              </a:spcAft>
              <a:buSzPts val="1400"/>
              <a:buFont typeface="Ubuntu Condensed"/>
              <a:buNone/>
              <a:defRPr sz="1400">
                <a:latin typeface="Ubuntu Condensed"/>
                <a:ea typeface="Ubuntu Condensed"/>
                <a:cs typeface="Ubuntu Condensed"/>
                <a:sym typeface="Ubuntu Condensed"/>
              </a:defRPr>
            </a:lvl4pPr>
            <a:lvl5pPr lvl="4" algn="r" rtl="0">
              <a:spcBef>
                <a:spcPts val="0"/>
              </a:spcBef>
              <a:spcAft>
                <a:spcPts val="0"/>
              </a:spcAft>
              <a:buSzPts val="1400"/>
              <a:buFont typeface="Ubuntu Condensed"/>
              <a:buNone/>
              <a:defRPr sz="1400">
                <a:latin typeface="Ubuntu Condensed"/>
                <a:ea typeface="Ubuntu Condensed"/>
                <a:cs typeface="Ubuntu Condensed"/>
                <a:sym typeface="Ubuntu Condensed"/>
              </a:defRPr>
            </a:lvl5pPr>
            <a:lvl6pPr lvl="5" algn="r" rtl="0">
              <a:spcBef>
                <a:spcPts val="0"/>
              </a:spcBef>
              <a:spcAft>
                <a:spcPts val="0"/>
              </a:spcAft>
              <a:buSzPts val="1400"/>
              <a:buFont typeface="Ubuntu Condensed"/>
              <a:buNone/>
              <a:defRPr sz="1400">
                <a:latin typeface="Ubuntu Condensed"/>
                <a:ea typeface="Ubuntu Condensed"/>
                <a:cs typeface="Ubuntu Condensed"/>
                <a:sym typeface="Ubuntu Condensed"/>
              </a:defRPr>
            </a:lvl6pPr>
            <a:lvl7pPr lvl="6" algn="r" rtl="0">
              <a:spcBef>
                <a:spcPts val="0"/>
              </a:spcBef>
              <a:spcAft>
                <a:spcPts val="0"/>
              </a:spcAft>
              <a:buSzPts val="1400"/>
              <a:buFont typeface="Ubuntu Condensed"/>
              <a:buNone/>
              <a:defRPr sz="1400">
                <a:latin typeface="Ubuntu Condensed"/>
                <a:ea typeface="Ubuntu Condensed"/>
                <a:cs typeface="Ubuntu Condensed"/>
                <a:sym typeface="Ubuntu Condensed"/>
              </a:defRPr>
            </a:lvl7pPr>
            <a:lvl8pPr lvl="7" algn="r" rtl="0">
              <a:spcBef>
                <a:spcPts val="0"/>
              </a:spcBef>
              <a:spcAft>
                <a:spcPts val="0"/>
              </a:spcAft>
              <a:buSzPts val="1400"/>
              <a:buFont typeface="Ubuntu Condensed"/>
              <a:buNone/>
              <a:defRPr sz="1400">
                <a:latin typeface="Ubuntu Condensed"/>
                <a:ea typeface="Ubuntu Condensed"/>
                <a:cs typeface="Ubuntu Condensed"/>
                <a:sym typeface="Ubuntu Condensed"/>
              </a:defRPr>
            </a:lvl8pPr>
            <a:lvl9pPr lvl="8" algn="r" rtl="0">
              <a:spcBef>
                <a:spcPts val="0"/>
              </a:spcBef>
              <a:spcAft>
                <a:spcPts val="0"/>
              </a:spcAft>
              <a:buSzPts val="1400"/>
              <a:buFont typeface="Ubuntu Condensed"/>
              <a:buNone/>
              <a:defRPr sz="1400">
                <a:latin typeface="Ubuntu Condensed"/>
                <a:ea typeface="Ubuntu Condensed"/>
                <a:cs typeface="Ubuntu Condensed"/>
                <a:sym typeface="Ubuntu Condensed"/>
              </a:defRPr>
            </a:lvl9pPr>
          </a:lstStyle>
          <a:p>
            <a:endParaRPr/>
          </a:p>
        </p:txBody>
      </p:sp>
      <p:sp>
        <p:nvSpPr>
          <p:cNvPr id="143" name="Google Shape;143;p12"/>
          <p:cNvSpPr txBox="1">
            <a:spLocks noGrp="1"/>
          </p:cNvSpPr>
          <p:nvPr>
            <p:ph type="subTitle" idx="1"/>
          </p:nvPr>
        </p:nvSpPr>
        <p:spPr>
          <a:xfrm>
            <a:off x="4026116" y="2289600"/>
            <a:ext cx="4108200" cy="56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rgbClr val="434343"/>
              </a:buClr>
              <a:buSzPts val="1400"/>
              <a:buNone/>
              <a:defRPr sz="1400">
                <a:solidFill>
                  <a:srgbClr val="434343"/>
                </a:solidFill>
              </a:defRPr>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TITLE_ONLY_1_1_3">
    <p:bg>
      <p:bgPr>
        <a:gradFill>
          <a:gsLst>
            <a:gs pos="0">
              <a:srgbClr val="FFFFFF">
                <a:alpha val="0"/>
              </a:srgbClr>
            </a:gs>
            <a:gs pos="100000">
              <a:srgbClr val="AAEAEA"/>
            </a:gs>
          </a:gsLst>
          <a:lin ang="0" scaled="0"/>
        </a:gradFill>
        <a:effectLst/>
      </p:bgPr>
    </p:bg>
    <p:spTree>
      <p:nvGrpSpPr>
        <p:cNvPr id="1" name="Shape 150"/>
        <p:cNvGrpSpPr/>
        <p:nvPr/>
      </p:nvGrpSpPr>
      <p:grpSpPr>
        <a:xfrm>
          <a:off x="0" y="0"/>
          <a:ext cx="0" cy="0"/>
          <a:chOff x="0" y="0"/>
          <a:chExt cx="0" cy="0"/>
        </a:xfrm>
      </p:grpSpPr>
      <p:sp>
        <p:nvSpPr>
          <p:cNvPr id="151" name="Google Shape;151;p14"/>
          <p:cNvSpPr/>
          <p:nvPr/>
        </p:nvSpPr>
        <p:spPr>
          <a:xfrm rot="10800000">
            <a:off x="5" y="2863638"/>
            <a:ext cx="9144038" cy="2279851"/>
          </a:xfrm>
          <a:custGeom>
            <a:avLst/>
            <a:gdLst/>
            <a:ahLst/>
            <a:cxnLst/>
            <a:rect l="l" t="t" r="r" b="b"/>
            <a:pathLst>
              <a:path w="115070" h="28690" extrusionOk="0">
                <a:moveTo>
                  <a:pt x="115070" y="0"/>
                </a:moveTo>
                <a:cubicBezTo>
                  <a:pt x="112368" y="1196"/>
                  <a:pt x="109380" y="2678"/>
                  <a:pt x="106989" y="4471"/>
                </a:cubicBezTo>
                <a:cubicBezTo>
                  <a:pt x="104000" y="6575"/>
                  <a:pt x="101610" y="9253"/>
                  <a:pt x="98334" y="10448"/>
                </a:cubicBezTo>
                <a:cubicBezTo>
                  <a:pt x="97333" y="10849"/>
                  <a:pt x="96296" y="11016"/>
                  <a:pt x="95248" y="11016"/>
                </a:cubicBezTo>
                <a:cubicBezTo>
                  <a:pt x="93169" y="11016"/>
                  <a:pt x="91045" y="10358"/>
                  <a:pt x="89058" y="9563"/>
                </a:cubicBezTo>
                <a:cubicBezTo>
                  <a:pt x="85061" y="7556"/>
                  <a:pt x="81064" y="5390"/>
                  <a:pt x="76822" y="5390"/>
                </a:cubicBezTo>
                <a:cubicBezTo>
                  <a:pt x="75355" y="5390"/>
                  <a:pt x="73858" y="5650"/>
                  <a:pt x="72322" y="6264"/>
                </a:cubicBezTo>
                <a:cubicBezTo>
                  <a:pt x="66943" y="8655"/>
                  <a:pt x="63357" y="14034"/>
                  <a:pt x="59484" y="18218"/>
                </a:cubicBezTo>
                <a:cubicBezTo>
                  <a:pt x="56184" y="22115"/>
                  <a:pt x="52000" y="25701"/>
                  <a:pt x="46932" y="25701"/>
                </a:cubicBezTo>
                <a:cubicBezTo>
                  <a:pt x="46635" y="25719"/>
                  <a:pt x="46343" y="25728"/>
                  <a:pt x="46054" y="25728"/>
                </a:cubicBezTo>
                <a:cubicBezTo>
                  <a:pt x="36734" y="25728"/>
                  <a:pt x="31490" y="16556"/>
                  <a:pt x="25414" y="10759"/>
                </a:cubicBezTo>
                <a:cubicBezTo>
                  <a:pt x="19817" y="5162"/>
                  <a:pt x="12263" y="431"/>
                  <a:pt x="4239" y="431"/>
                </a:cubicBezTo>
                <a:cubicBezTo>
                  <a:pt x="2838" y="431"/>
                  <a:pt x="1422" y="575"/>
                  <a:pt x="0" y="885"/>
                </a:cubicBezTo>
                <a:lnTo>
                  <a:pt x="0" y="20609"/>
                </a:lnTo>
                <a:cubicBezTo>
                  <a:pt x="4184" y="18529"/>
                  <a:pt x="8368" y="16138"/>
                  <a:pt x="12863" y="15230"/>
                </a:cubicBezTo>
                <a:cubicBezTo>
                  <a:pt x="14742" y="14692"/>
                  <a:pt x="16703" y="14423"/>
                  <a:pt x="18656" y="14423"/>
                </a:cubicBezTo>
                <a:cubicBezTo>
                  <a:pt x="23215" y="14423"/>
                  <a:pt x="27734" y="15887"/>
                  <a:pt x="31081" y="18816"/>
                </a:cubicBezTo>
                <a:cubicBezTo>
                  <a:pt x="35575" y="22713"/>
                  <a:pt x="40955" y="28690"/>
                  <a:pt x="47219" y="28690"/>
                </a:cubicBezTo>
                <a:cubicBezTo>
                  <a:pt x="56782" y="28690"/>
                  <a:pt x="59484" y="14943"/>
                  <a:pt x="68736" y="14943"/>
                </a:cubicBezTo>
                <a:cubicBezTo>
                  <a:pt x="75024" y="14943"/>
                  <a:pt x="79208" y="22115"/>
                  <a:pt x="85472" y="23597"/>
                </a:cubicBezTo>
                <a:cubicBezTo>
                  <a:pt x="86135" y="23741"/>
                  <a:pt x="86813" y="23810"/>
                  <a:pt x="87496" y="23810"/>
                </a:cubicBezTo>
                <a:cubicBezTo>
                  <a:pt x="91126" y="23810"/>
                  <a:pt x="94911" y="21883"/>
                  <a:pt x="97426" y="19127"/>
                </a:cubicBezTo>
                <a:cubicBezTo>
                  <a:pt x="100725" y="16138"/>
                  <a:pt x="103116" y="12241"/>
                  <a:pt x="106104" y="8966"/>
                </a:cubicBezTo>
                <a:cubicBezTo>
                  <a:pt x="108782" y="6264"/>
                  <a:pt x="111771" y="3873"/>
                  <a:pt x="115070" y="2080"/>
                </a:cubicBezTo>
                <a:lnTo>
                  <a:pt x="115070" y="0"/>
                </a:lnTo>
                <a:close/>
              </a:path>
            </a:pathLst>
          </a:custGeom>
          <a:solidFill>
            <a:srgbClr val="FFFFFF">
              <a:alpha val="669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extLst>
    <p:ext uri="{DCECCB84-F9BA-43D5-87BE-67443E8EF086}">
      <p15:sldGuideLst xmlns:p15="http://schemas.microsoft.com/office/powerpoint/2012/main">
        <p15:guide id="1" orient="horz" pos="1620">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SLIDE">
  <p:cSld name="CUSTOM_4">
    <p:spTree>
      <p:nvGrpSpPr>
        <p:cNvPr id="1" name="Shape 15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BLANK SLIDE">
  <p:cSld name="TITLE_ONLY_1_1_2">
    <p:bg>
      <p:bgPr>
        <a:gradFill>
          <a:gsLst>
            <a:gs pos="0">
              <a:srgbClr val="FFFFFF">
                <a:alpha val="0"/>
              </a:srgbClr>
            </a:gs>
            <a:gs pos="100000">
              <a:srgbClr val="AAEAEA"/>
            </a:gs>
          </a:gsLst>
          <a:lin ang="0" scaled="0"/>
        </a:gradFill>
        <a:effectLst/>
      </p:bgPr>
    </p:bg>
    <p:spTree>
      <p:nvGrpSpPr>
        <p:cNvPr id="1" name="Shape 153"/>
        <p:cNvGrpSpPr/>
        <p:nvPr/>
      </p:nvGrpSpPr>
      <p:grpSpPr>
        <a:xfrm>
          <a:off x="0" y="0"/>
          <a:ext cx="0" cy="0"/>
          <a:chOff x="0" y="0"/>
          <a:chExt cx="0" cy="0"/>
        </a:xfrm>
      </p:grpSpPr>
      <p:sp>
        <p:nvSpPr>
          <p:cNvPr id="154" name="Google Shape;154;p16"/>
          <p:cNvSpPr txBox="1">
            <a:spLocks noGrp="1"/>
          </p:cNvSpPr>
          <p:nvPr>
            <p:ph type="ctrTitle"/>
          </p:nvPr>
        </p:nvSpPr>
        <p:spPr>
          <a:xfrm>
            <a:off x="1365726" y="289400"/>
            <a:ext cx="6412500" cy="94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400"/>
              <a:buFont typeface="Ubuntu Condensed"/>
              <a:buNone/>
              <a:defRPr sz="2400">
                <a:latin typeface="Ubuntu Condensed"/>
                <a:ea typeface="Ubuntu Condensed"/>
                <a:cs typeface="Ubuntu Condensed"/>
                <a:sym typeface="Ubuntu Condensed"/>
              </a:defRPr>
            </a:lvl1pPr>
            <a:lvl2pPr lvl="1" algn="r" rtl="0">
              <a:spcBef>
                <a:spcPts val="0"/>
              </a:spcBef>
              <a:spcAft>
                <a:spcPts val="0"/>
              </a:spcAft>
              <a:buSzPts val="1400"/>
              <a:buFont typeface="Ubuntu Condensed"/>
              <a:buNone/>
              <a:defRPr sz="1400">
                <a:latin typeface="Ubuntu Condensed"/>
                <a:ea typeface="Ubuntu Condensed"/>
                <a:cs typeface="Ubuntu Condensed"/>
                <a:sym typeface="Ubuntu Condensed"/>
              </a:defRPr>
            </a:lvl2pPr>
            <a:lvl3pPr lvl="2" algn="r" rtl="0">
              <a:spcBef>
                <a:spcPts val="0"/>
              </a:spcBef>
              <a:spcAft>
                <a:spcPts val="0"/>
              </a:spcAft>
              <a:buSzPts val="1400"/>
              <a:buFont typeface="Ubuntu Condensed"/>
              <a:buNone/>
              <a:defRPr sz="1400">
                <a:latin typeface="Ubuntu Condensed"/>
                <a:ea typeface="Ubuntu Condensed"/>
                <a:cs typeface="Ubuntu Condensed"/>
                <a:sym typeface="Ubuntu Condensed"/>
              </a:defRPr>
            </a:lvl3pPr>
            <a:lvl4pPr lvl="3" algn="r" rtl="0">
              <a:spcBef>
                <a:spcPts val="0"/>
              </a:spcBef>
              <a:spcAft>
                <a:spcPts val="0"/>
              </a:spcAft>
              <a:buSzPts val="1400"/>
              <a:buFont typeface="Ubuntu Condensed"/>
              <a:buNone/>
              <a:defRPr sz="1400">
                <a:latin typeface="Ubuntu Condensed"/>
                <a:ea typeface="Ubuntu Condensed"/>
                <a:cs typeface="Ubuntu Condensed"/>
                <a:sym typeface="Ubuntu Condensed"/>
              </a:defRPr>
            </a:lvl4pPr>
            <a:lvl5pPr lvl="4" algn="r" rtl="0">
              <a:spcBef>
                <a:spcPts val="0"/>
              </a:spcBef>
              <a:spcAft>
                <a:spcPts val="0"/>
              </a:spcAft>
              <a:buSzPts val="1400"/>
              <a:buFont typeface="Ubuntu Condensed"/>
              <a:buNone/>
              <a:defRPr sz="1400">
                <a:latin typeface="Ubuntu Condensed"/>
                <a:ea typeface="Ubuntu Condensed"/>
                <a:cs typeface="Ubuntu Condensed"/>
                <a:sym typeface="Ubuntu Condensed"/>
              </a:defRPr>
            </a:lvl5pPr>
            <a:lvl6pPr lvl="5" algn="r" rtl="0">
              <a:spcBef>
                <a:spcPts val="0"/>
              </a:spcBef>
              <a:spcAft>
                <a:spcPts val="0"/>
              </a:spcAft>
              <a:buSzPts val="1400"/>
              <a:buFont typeface="Ubuntu Condensed"/>
              <a:buNone/>
              <a:defRPr sz="1400">
                <a:latin typeface="Ubuntu Condensed"/>
                <a:ea typeface="Ubuntu Condensed"/>
                <a:cs typeface="Ubuntu Condensed"/>
                <a:sym typeface="Ubuntu Condensed"/>
              </a:defRPr>
            </a:lvl6pPr>
            <a:lvl7pPr lvl="6" algn="r" rtl="0">
              <a:spcBef>
                <a:spcPts val="0"/>
              </a:spcBef>
              <a:spcAft>
                <a:spcPts val="0"/>
              </a:spcAft>
              <a:buSzPts val="1400"/>
              <a:buFont typeface="Ubuntu Condensed"/>
              <a:buNone/>
              <a:defRPr sz="1400">
                <a:latin typeface="Ubuntu Condensed"/>
                <a:ea typeface="Ubuntu Condensed"/>
                <a:cs typeface="Ubuntu Condensed"/>
                <a:sym typeface="Ubuntu Condensed"/>
              </a:defRPr>
            </a:lvl7pPr>
            <a:lvl8pPr lvl="7" algn="r" rtl="0">
              <a:spcBef>
                <a:spcPts val="0"/>
              </a:spcBef>
              <a:spcAft>
                <a:spcPts val="0"/>
              </a:spcAft>
              <a:buSzPts val="1400"/>
              <a:buFont typeface="Ubuntu Condensed"/>
              <a:buNone/>
              <a:defRPr sz="1400">
                <a:latin typeface="Ubuntu Condensed"/>
                <a:ea typeface="Ubuntu Condensed"/>
                <a:cs typeface="Ubuntu Condensed"/>
                <a:sym typeface="Ubuntu Condensed"/>
              </a:defRPr>
            </a:lvl8pPr>
            <a:lvl9pPr lvl="8" algn="r" rtl="0">
              <a:spcBef>
                <a:spcPts val="0"/>
              </a:spcBef>
              <a:spcAft>
                <a:spcPts val="0"/>
              </a:spcAft>
              <a:buSzPts val="1400"/>
              <a:buFont typeface="Ubuntu Condensed"/>
              <a:buNone/>
              <a:defRPr sz="1400">
                <a:latin typeface="Ubuntu Condensed"/>
                <a:ea typeface="Ubuntu Condensed"/>
                <a:cs typeface="Ubuntu Condensed"/>
                <a:sym typeface="Ubuntu Condensed"/>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34343"/>
              </a:buClr>
              <a:buSzPts val="2800"/>
              <a:buFont typeface="Ubuntu Condensed"/>
              <a:buNone/>
              <a:defRPr sz="2800">
                <a:solidFill>
                  <a:srgbClr val="434343"/>
                </a:solidFill>
                <a:latin typeface="Ubuntu Condensed"/>
                <a:ea typeface="Ubuntu Condensed"/>
                <a:cs typeface="Ubuntu Condensed"/>
                <a:sym typeface="Ubuntu Condensed"/>
              </a:defRPr>
            </a:lvl1pPr>
            <a:lvl2pPr lvl="1">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2pPr>
            <a:lvl3pPr lvl="2">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3pPr>
            <a:lvl4pPr lvl="3">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4pPr>
            <a:lvl5pPr lvl="4">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5pPr>
            <a:lvl6pPr lvl="5">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6pPr>
            <a:lvl7pPr lvl="6">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7pPr>
            <a:lvl8pPr lvl="7">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8pPr>
            <a:lvl9pPr lvl="8">
              <a:spcBef>
                <a:spcPts val="0"/>
              </a:spcBef>
              <a:spcAft>
                <a:spcPts val="0"/>
              </a:spcAft>
              <a:buClr>
                <a:srgbClr val="666666"/>
              </a:buClr>
              <a:buSzPts val="2800"/>
              <a:buFont typeface="Squada One"/>
              <a:buNone/>
              <a:defRPr sz="2800">
                <a:solidFill>
                  <a:srgbClr val="666666"/>
                </a:solidFill>
                <a:latin typeface="Squada One"/>
                <a:ea typeface="Squada One"/>
                <a:cs typeface="Squada One"/>
                <a:sym typeface="Squada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rgbClr val="666666"/>
              </a:buClr>
              <a:buSzPts val="1200"/>
              <a:buFont typeface="Muli"/>
              <a:buChar char="●"/>
              <a:defRPr sz="1200">
                <a:solidFill>
                  <a:srgbClr val="666666"/>
                </a:solidFill>
                <a:latin typeface="Muli"/>
                <a:ea typeface="Muli"/>
                <a:cs typeface="Muli"/>
                <a:sym typeface="Muli"/>
              </a:defRPr>
            </a:lvl1pPr>
            <a:lvl2pPr marL="914400" lvl="1" indent="-304800" rtl="0">
              <a:lnSpc>
                <a:spcPct val="115000"/>
              </a:lnSpc>
              <a:spcBef>
                <a:spcPts val="1600"/>
              </a:spcBef>
              <a:spcAft>
                <a:spcPts val="0"/>
              </a:spcAft>
              <a:buClr>
                <a:srgbClr val="666666"/>
              </a:buClr>
              <a:buSzPts val="1200"/>
              <a:buFont typeface="Muli"/>
              <a:buChar char="○"/>
              <a:defRPr sz="1200">
                <a:solidFill>
                  <a:srgbClr val="666666"/>
                </a:solidFill>
                <a:latin typeface="Muli"/>
                <a:ea typeface="Muli"/>
                <a:cs typeface="Muli"/>
                <a:sym typeface="Muli"/>
              </a:defRPr>
            </a:lvl2pPr>
            <a:lvl3pPr marL="1371600" lvl="2" indent="-304800" rtl="0">
              <a:lnSpc>
                <a:spcPct val="115000"/>
              </a:lnSpc>
              <a:spcBef>
                <a:spcPts val="1600"/>
              </a:spcBef>
              <a:spcAft>
                <a:spcPts val="0"/>
              </a:spcAft>
              <a:buClr>
                <a:srgbClr val="666666"/>
              </a:buClr>
              <a:buSzPts val="1200"/>
              <a:buFont typeface="Muli"/>
              <a:buChar char="■"/>
              <a:defRPr sz="1200">
                <a:solidFill>
                  <a:srgbClr val="666666"/>
                </a:solidFill>
                <a:latin typeface="Muli"/>
                <a:ea typeface="Muli"/>
                <a:cs typeface="Muli"/>
                <a:sym typeface="Muli"/>
              </a:defRPr>
            </a:lvl3pPr>
            <a:lvl4pPr marL="1828800" lvl="3" indent="-304800" rtl="0">
              <a:lnSpc>
                <a:spcPct val="115000"/>
              </a:lnSpc>
              <a:spcBef>
                <a:spcPts val="1600"/>
              </a:spcBef>
              <a:spcAft>
                <a:spcPts val="0"/>
              </a:spcAft>
              <a:buClr>
                <a:srgbClr val="666666"/>
              </a:buClr>
              <a:buSzPts val="1200"/>
              <a:buFont typeface="Muli"/>
              <a:buChar char="●"/>
              <a:defRPr sz="1200">
                <a:solidFill>
                  <a:srgbClr val="666666"/>
                </a:solidFill>
                <a:latin typeface="Muli"/>
                <a:ea typeface="Muli"/>
                <a:cs typeface="Muli"/>
                <a:sym typeface="Muli"/>
              </a:defRPr>
            </a:lvl4pPr>
            <a:lvl5pPr marL="2286000" lvl="4" indent="-304800" rtl="0">
              <a:lnSpc>
                <a:spcPct val="115000"/>
              </a:lnSpc>
              <a:spcBef>
                <a:spcPts val="1600"/>
              </a:spcBef>
              <a:spcAft>
                <a:spcPts val="0"/>
              </a:spcAft>
              <a:buClr>
                <a:srgbClr val="666666"/>
              </a:buClr>
              <a:buSzPts val="1200"/>
              <a:buFont typeface="Muli"/>
              <a:buChar char="○"/>
              <a:defRPr sz="1200">
                <a:solidFill>
                  <a:srgbClr val="666666"/>
                </a:solidFill>
                <a:latin typeface="Muli"/>
                <a:ea typeface="Muli"/>
                <a:cs typeface="Muli"/>
                <a:sym typeface="Muli"/>
              </a:defRPr>
            </a:lvl5pPr>
            <a:lvl6pPr marL="2743200" lvl="5" indent="-304800" rtl="0">
              <a:lnSpc>
                <a:spcPct val="115000"/>
              </a:lnSpc>
              <a:spcBef>
                <a:spcPts val="1600"/>
              </a:spcBef>
              <a:spcAft>
                <a:spcPts val="0"/>
              </a:spcAft>
              <a:buClr>
                <a:srgbClr val="666666"/>
              </a:buClr>
              <a:buSzPts val="1200"/>
              <a:buFont typeface="Muli"/>
              <a:buChar char="■"/>
              <a:defRPr sz="1200">
                <a:solidFill>
                  <a:srgbClr val="666666"/>
                </a:solidFill>
                <a:latin typeface="Muli"/>
                <a:ea typeface="Muli"/>
                <a:cs typeface="Muli"/>
                <a:sym typeface="Muli"/>
              </a:defRPr>
            </a:lvl6pPr>
            <a:lvl7pPr marL="3200400" lvl="6" indent="-304800" rtl="0">
              <a:lnSpc>
                <a:spcPct val="115000"/>
              </a:lnSpc>
              <a:spcBef>
                <a:spcPts val="1600"/>
              </a:spcBef>
              <a:spcAft>
                <a:spcPts val="0"/>
              </a:spcAft>
              <a:buClr>
                <a:srgbClr val="666666"/>
              </a:buClr>
              <a:buSzPts val="1200"/>
              <a:buFont typeface="Muli"/>
              <a:buChar char="●"/>
              <a:defRPr sz="1200">
                <a:solidFill>
                  <a:srgbClr val="666666"/>
                </a:solidFill>
                <a:latin typeface="Muli"/>
                <a:ea typeface="Muli"/>
                <a:cs typeface="Muli"/>
                <a:sym typeface="Muli"/>
              </a:defRPr>
            </a:lvl7pPr>
            <a:lvl8pPr marL="3657600" lvl="7" indent="-304800" rtl="0">
              <a:lnSpc>
                <a:spcPct val="115000"/>
              </a:lnSpc>
              <a:spcBef>
                <a:spcPts val="1600"/>
              </a:spcBef>
              <a:spcAft>
                <a:spcPts val="0"/>
              </a:spcAft>
              <a:buClr>
                <a:srgbClr val="666666"/>
              </a:buClr>
              <a:buSzPts val="1200"/>
              <a:buFont typeface="Muli"/>
              <a:buChar char="○"/>
              <a:defRPr sz="1200">
                <a:solidFill>
                  <a:srgbClr val="666666"/>
                </a:solidFill>
                <a:latin typeface="Muli"/>
                <a:ea typeface="Muli"/>
                <a:cs typeface="Muli"/>
                <a:sym typeface="Muli"/>
              </a:defRPr>
            </a:lvl8pPr>
            <a:lvl9pPr marL="4114800" lvl="8" indent="-304800" rtl="0">
              <a:lnSpc>
                <a:spcPct val="115000"/>
              </a:lnSpc>
              <a:spcBef>
                <a:spcPts val="1600"/>
              </a:spcBef>
              <a:spcAft>
                <a:spcPts val="1600"/>
              </a:spcAft>
              <a:buClr>
                <a:srgbClr val="666666"/>
              </a:buClr>
              <a:buSzPts val="1200"/>
              <a:buFont typeface="Muli"/>
              <a:buChar char="■"/>
              <a:defRPr sz="1200">
                <a:solidFill>
                  <a:srgbClr val="666666"/>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rgbClr val="666666"/>
                </a:solidFill>
                <a:latin typeface="Roboto Slab Regular"/>
                <a:ea typeface="Roboto Slab Regular"/>
                <a:cs typeface="Roboto Slab Regular"/>
                <a:sym typeface="Roboto Slab Regular"/>
              </a:defRPr>
            </a:lvl1pPr>
            <a:lvl2pPr lvl="1" algn="r">
              <a:buNone/>
              <a:defRPr sz="1300">
                <a:solidFill>
                  <a:srgbClr val="666666"/>
                </a:solidFill>
                <a:latin typeface="Roboto Slab Regular"/>
                <a:ea typeface="Roboto Slab Regular"/>
                <a:cs typeface="Roboto Slab Regular"/>
                <a:sym typeface="Roboto Slab Regular"/>
              </a:defRPr>
            </a:lvl2pPr>
            <a:lvl3pPr lvl="2" algn="r">
              <a:buNone/>
              <a:defRPr sz="1300">
                <a:solidFill>
                  <a:srgbClr val="666666"/>
                </a:solidFill>
                <a:latin typeface="Roboto Slab Regular"/>
                <a:ea typeface="Roboto Slab Regular"/>
                <a:cs typeface="Roboto Slab Regular"/>
                <a:sym typeface="Roboto Slab Regular"/>
              </a:defRPr>
            </a:lvl3pPr>
            <a:lvl4pPr lvl="3" algn="r">
              <a:buNone/>
              <a:defRPr sz="1300">
                <a:solidFill>
                  <a:srgbClr val="666666"/>
                </a:solidFill>
                <a:latin typeface="Roboto Slab Regular"/>
                <a:ea typeface="Roboto Slab Regular"/>
                <a:cs typeface="Roboto Slab Regular"/>
                <a:sym typeface="Roboto Slab Regular"/>
              </a:defRPr>
            </a:lvl4pPr>
            <a:lvl5pPr lvl="4" algn="r">
              <a:buNone/>
              <a:defRPr sz="1300">
                <a:solidFill>
                  <a:srgbClr val="666666"/>
                </a:solidFill>
                <a:latin typeface="Roboto Slab Regular"/>
                <a:ea typeface="Roboto Slab Regular"/>
                <a:cs typeface="Roboto Slab Regular"/>
                <a:sym typeface="Roboto Slab Regular"/>
              </a:defRPr>
            </a:lvl5pPr>
            <a:lvl6pPr lvl="5" algn="r">
              <a:buNone/>
              <a:defRPr sz="1300">
                <a:solidFill>
                  <a:srgbClr val="666666"/>
                </a:solidFill>
                <a:latin typeface="Roboto Slab Regular"/>
                <a:ea typeface="Roboto Slab Regular"/>
                <a:cs typeface="Roboto Slab Regular"/>
                <a:sym typeface="Roboto Slab Regular"/>
              </a:defRPr>
            </a:lvl6pPr>
            <a:lvl7pPr lvl="6" algn="r">
              <a:buNone/>
              <a:defRPr sz="1300">
                <a:solidFill>
                  <a:srgbClr val="666666"/>
                </a:solidFill>
                <a:latin typeface="Roboto Slab Regular"/>
                <a:ea typeface="Roboto Slab Regular"/>
                <a:cs typeface="Roboto Slab Regular"/>
                <a:sym typeface="Roboto Slab Regular"/>
              </a:defRPr>
            </a:lvl7pPr>
            <a:lvl8pPr lvl="7" algn="r">
              <a:buNone/>
              <a:defRPr sz="1300">
                <a:solidFill>
                  <a:srgbClr val="666666"/>
                </a:solidFill>
                <a:latin typeface="Roboto Slab Regular"/>
                <a:ea typeface="Roboto Slab Regular"/>
                <a:cs typeface="Roboto Slab Regular"/>
                <a:sym typeface="Roboto Slab Regular"/>
              </a:defRPr>
            </a:lvl8pPr>
            <a:lvl9pPr lvl="8" algn="r">
              <a:buNone/>
              <a:defRPr sz="1300">
                <a:solidFill>
                  <a:srgbClr val="666666"/>
                </a:solidFill>
                <a:latin typeface="Roboto Slab Regular"/>
                <a:ea typeface="Roboto Slab Regular"/>
                <a:cs typeface="Roboto Slab Regular"/>
                <a:sym typeface="Roboto Slab Regular"/>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8" r:id="rId2"/>
    <p:sldLayoutId id="2147483660" r:id="rId3"/>
    <p:sldLayoutId id="2147483661" r:id="rId4"/>
    <p:sldLayoutId id="214748366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sdlksk.vn/"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app.qlhanhnghekcb.gov.vn/"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9">
          <a:extLst>
            <a:ext uri="{FF2B5EF4-FFF2-40B4-BE49-F238E27FC236}">
              <a16:creationId xmlns:a16="http://schemas.microsoft.com/office/drawing/2014/main" xmlns="" id="{D4123994-9C07-44E8-4BBF-F9745616C095}"/>
            </a:ext>
          </a:extLst>
        </p:cNvPr>
        <p:cNvGrpSpPr/>
        <p:nvPr/>
      </p:nvGrpSpPr>
      <p:grpSpPr>
        <a:xfrm>
          <a:off x="0" y="0"/>
          <a:ext cx="0" cy="0"/>
          <a:chOff x="0" y="0"/>
          <a:chExt cx="0" cy="0"/>
        </a:xfrm>
      </p:grpSpPr>
      <p:sp>
        <p:nvSpPr>
          <p:cNvPr id="6" name="Google Shape;221;p25">
            <a:extLst>
              <a:ext uri="{FF2B5EF4-FFF2-40B4-BE49-F238E27FC236}">
                <a16:creationId xmlns:a16="http://schemas.microsoft.com/office/drawing/2014/main" xmlns="" id="{E2F0EFE6-60BC-2E35-3B6E-9B8593D2E524}"/>
              </a:ext>
            </a:extLst>
          </p:cNvPr>
          <p:cNvSpPr txBox="1">
            <a:spLocks noGrp="1"/>
          </p:cNvSpPr>
          <p:nvPr>
            <p:ph type="subTitle" idx="1"/>
          </p:nvPr>
        </p:nvSpPr>
        <p:spPr>
          <a:xfrm>
            <a:off x="0" y="1360693"/>
            <a:ext cx="9144000" cy="2422113"/>
          </a:xfrm>
          <a:prstGeom prst="rect">
            <a:avLst/>
          </a:prstGeom>
        </p:spPr>
        <p:txBody>
          <a:bodyPr spcFirstLastPara="1" wrap="square" lIns="91425" tIns="91425" rIns="91425" bIns="91425" anchor="ctr" anchorCtr="0">
            <a:noAutofit/>
          </a:bodyPr>
          <a:lstStyle/>
          <a:p>
            <a:pPr marL="0" lvl="0" indent="0" algn="ctr"/>
            <a:r>
              <a:rPr lang="vi-VN" sz="2800" b="1" spc="-50" dirty="0">
                <a:solidFill>
                  <a:srgbClr val="000066"/>
                </a:solidFill>
                <a:latin typeface="Times New Roman" panose="02020603050405020304" pitchFamily="18" charset="0"/>
                <a:cs typeface="Times New Roman" panose="02020603050405020304" pitchFamily="18" charset="0"/>
              </a:rPr>
              <a:t>HƯỚNG DẪN THU THẬP, CẬP NHẬT, KẾT NỐI </a:t>
            </a:r>
            <a:r>
              <a:rPr lang="en-US" sz="2800" b="1" spc="-50" dirty="0">
                <a:solidFill>
                  <a:srgbClr val="000066"/>
                </a:solidFill>
                <a:latin typeface="Times New Roman" panose="02020603050405020304" pitchFamily="18" charset="0"/>
                <a:cs typeface="Times New Roman" panose="02020603050405020304" pitchFamily="18" charset="0"/>
              </a:rPr>
              <a:t/>
            </a:r>
            <a:br>
              <a:rPr lang="en-US" sz="2800" b="1" spc="-50" dirty="0">
                <a:solidFill>
                  <a:srgbClr val="000066"/>
                </a:solidFill>
                <a:latin typeface="Times New Roman" panose="02020603050405020304" pitchFamily="18" charset="0"/>
                <a:cs typeface="Times New Roman" panose="02020603050405020304" pitchFamily="18" charset="0"/>
              </a:rPr>
            </a:br>
            <a:r>
              <a:rPr lang="vi-VN" sz="2800" b="1" spc="-50" dirty="0">
                <a:solidFill>
                  <a:srgbClr val="000066"/>
                </a:solidFill>
                <a:latin typeface="Times New Roman" panose="02020603050405020304" pitchFamily="18" charset="0"/>
                <a:cs typeface="Times New Roman" panose="02020603050405020304" pitchFamily="18" charset="0"/>
              </a:rPr>
              <a:t>LIÊN THÔNG DỮ LIỆU KHÁM SỨC</a:t>
            </a:r>
            <a:r>
              <a:rPr lang="en-US" sz="2800" b="1" spc="-50" dirty="0">
                <a:solidFill>
                  <a:srgbClr val="000066"/>
                </a:solidFill>
                <a:latin typeface="Times New Roman" panose="02020603050405020304" pitchFamily="18" charset="0"/>
                <a:cs typeface="Times New Roman" panose="02020603050405020304" pitchFamily="18" charset="0"/>
              </a:rPr>
              <a:t> </a:t>
            </a:r>
            <a:r>
              <a:rPr lang="vi-VN" sz="2800" b="1" spc="-50" dirty="0">
                <a:solidFill>
                  <a:srgbClr val="000066"/>
                </a:solidFill>
                <a:latin typeface="Times New Roman" panose="02020603050405020304" pitchFamily="18" charset="0"/>
                <a:cs typeface="Times New Roman" panose="02020603050405020304" pitchFamily="18" charset="0"/>
              </a:rPr>
              <a:t>KHỎE</a:t>
            </a:r>
            <a:endParaRPr sz="2800" dirty="0"/>
          </a:p>
        </p:txBody>
      </p:sp>
    </p:spTree>
    <p:extLst>
      <p:ext uri="{BB962C8B-B14F-4D97-AF65-F5344CB8AC3E}">
        <p14:creationId xmlns:p14="http://schemas.microsoft.com/office/powerpoint/2010/main" val="3309855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EFEB55B7-9491-3202-048F-09373A2B24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A8DA9E80-AAD4-FFA6-0D75-2A89D82455BE}"/>
              </a:ext>
            </a:extLst>
          </p:cNvPr>
          <p:cNvPicPr>
            <a:picLocks noChangeAspect="1"/>
          </p:cNvPicPr>
          <p:nvPr/>
        </p:nvPicPr>
        <p:blipFill>
          <a:blip r:embed="rId3"/>
          <a:stretch>
            <a:fillRect/>
          </a:stretch>
        </p:blipFill>
        <p:spPr>
          <a:xfrm>
            <a:off x="0" y="0"/>
            <a:ext cx="9144000" cy="5132988"/>
          </a:xfrm>
          <a:prstGeom prst="rect">
            <a:avLst/>
          </a:prstGeom>
        </p:spPr>
      </p:pic>
      <p:sp>
        <p:nvSpPr>
          <p:cNvPr id="7" name="Oval 6">
            <a:extLst>
              <a:ext uri="{FF2B5EF4-FFF2-40B4-BE49-F238E27FC236}">
                <a16:creationId xmlns:a16="http://schemas.microsoft.com/office/drawing/2014/main" xmlns="" id="{96E4AAEE-BAE2-3A31-C517-B04247099736}"/>
              </a:ext>
            </a:extLst>
          </p:cNvPr>
          <p:cNvSpPr/>
          <p:nvPr/>
        </p:nvSpPr>
        <p:spPr>
          <a:xfrm>
            <a:off x="8783580" y="327048"/>
            <a:ext cx="173535" cy="23360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xmlns="" id="{D7CD4AF1-4B14-225C-3ECE-05679D9C5442}"/>
              </a:ext>
            </a:extLst>
          </p:cNvPr>
          <p:cNvSpPr>
            <a:spLocks noGrp="1"/>
          </p:cNvSpPr>
          <p:nvPr>
            <p:ph type="ctrTitle"/>
          </p:nvPr>
        </p:nvSpPr>
        <p:spPr/>
        <p:txBody>
          <a:bodyPr/>
          <a:lstStyle/>
          <a:p>
            <a:endParaRPr lang="en-US"/>
          </a:p>
        </p:txBody>
      </p:sp>
      <p:sp>
        <p:nvSpPr>
          <p:cNvPr id="9" name="Subtitle 8">
            <a:extLst>
              <a:ext uri="{FF2B5EF4-FFF2-40B4-BE49-F238E27FC236}">
                <a16:creationId xmlns:a16="http://schemas.microsoft.com/office/drawing/2014/main" xmlns="" id="{5169E6A8-07B7-DB6F-C872-DB6237FF9186}"/>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040082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7690" y="225350"/>
            <a:ext cx="8602293" cy="338554"/>
          </a:xfrm>
          <a:prstGeom prst="rect">
            <a:avLst/>
          </a:prstGeom>
          <a:noFill/>
        </p:spPr>
        <p:txBody>
          <a:bodyPr wrap="square" rtlCol="0">
            <a:spAutoFit/>
          </a:bodyPr>
          <a:lstStyle/>
          <a:p>
            <a:pPr algn="ctr"/>
            <a:r>
              <a:rPr lang="en-US" sz="1600" dirty="0" err="1" smtClean="0">
                <a:latin typeface="Times New Roman" panose="02020603050405020304" pitchFamily="18" charset="0"/>
                <a:cs typeface="Times New Roman" panose="02020603050405020304" pitchFamily="18" charset="0"/>
              </a:rPr>
              <a:t>MÔ</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HÌNH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LIÊN</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THÔNG</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TÍCH</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HỢP</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DỮ</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LIỆU</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KSK</a:t>
            </a:r>
            <a:r>
              <a:rPr lang="en-US" sz="1600" dirty="0" smtClean="0">
                <a:latin typeface="Times New Roman" panose="02020603050405020304" pitchFamily="18" charset="0"/>
                <a:cs typeface="Times New Roman" panose="02020603050405020304" pitchFamily="18" charset="0"/>
              </a:rPr>
              <a:t> </a:t>
            </a:r>
            <a:r>
              <a:rPr lang="en-US" sz="1600" dirty="0" err="1" smtClean="0">
                <a:latin typeface="Times New Roman" panose="02020603050405020304" pitchFamily="18" charset="0"/>
                <a:cs typeface="Times New Roman" panose="02020603050405020304" pitchFamily="18" charset="0"/>
              </a:rPr>
              <a:t>TPHN</a:t>
            </a:r>
            <a:endParaRPr lang="en-US" sz="1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6711" y="1495109"/>
            <a:ext cx="1486442" cy="523220"/>
          </a:xfrm>
          <a:prstGeom prst="rect">
            <a:avLst/>
          </a:prstGeom>
          <a:noFill/>
          <a:ln>
            <a:solidFill>
              <a:schemeClr val="tx1"/>
            </a:solidFill>
          </a:ln>
        </p:spPr>
        <p:txBody>
          <a:bodyPr wrap="square" rtlCol="0">
            <a:spAutoFit/>
          </a:bodyPr>
          <a:lstStyle/>
          <a:p>
            <a:pPr algn="ctr"/>
            <a:r>
              <a:rPr lang="en-US" dirty="0" smtClean="0"/>
              <a:t>DL </a:t>
            </a:r>
            <a:r>
              <a:rPr lang="en-US" dirty="0" err="1" smtClean="0"/>
              <a:t>KSK</a:t>
            </a:r>
            <a:r>
              <a:rPr lang="en-US" dirty="0" smtClean="0"/>
              <a:t> </a:t>
            </a:r>
            <a:r>
              <a:rPr lang="en-US" dirty="0" err="1" smtClean="0"/>
              <a:t>TỪ</a:t>
            </a:r>
            <a:r>
              <a:rPr lang="en-US" dirty="0" smtClean="0"/>
              <a:t> </a:t>
            </a:r>
            <a:r>
              <a:rPr lang="en-US" dirty="0" err="1" smtClean="0"/>
              <a:t>CSKCB</a:t>
            </a:r>
            <a:endParaRPr lang="en-US" dirty="0"/>
          </a:p>
        </p:txBody>
      </p:sp>
      <p:sp>
        <p:nvSpPr>
          <p:cNvPr id="6" name="TextBox 5"/>
          <p:cNvSpPr txBox="1"/>
          <p:nvPr/>
        </p:nvSpPr>
        <p:spPr>
          <a:xfrm>
            <a:off x="3523257" y="1495109"/>
            <a:ext cx="1486442" cy="523220"/>
          </a:xfrm>
          <a:prstGeom prst="rect">
            <a:avLst/>
          </a:prstGeom>
          <a:noFill/>
          <a:ln>
            <a:solidFill>
              <a:schemeClr val="tx1"/>
            </a:solidFill>
          </a:ln>
        </p:spPr>
        <p:txBody>
          <a:bodyPr wrap="square" rtlCol="0">
            <a:spAutoFit/>
          </a:bodyPr>
          <a:lstStyle/>
          <a:p>
            <a:pPr algn="ctr"/>
            <a:r>
              <a:rPr lang="en-US" dirty="0" err="1" smtClean="0"/>
              <a:t>Hồ</a:t>
            </a:r>
            <a:r>
              <a:rPr lang="en-US" dirty="0" smtClean="0"/>
              <a:t> </a:t>
            </a:r>
            <a:r>
              <a:rPr lang="en-US" dirty="0" err="1" smtClean="0"/>
              <a:t>sơ</a:t>
            </a:r>
            <a:r>
              <a:rPr lang="en-US" dirty="0" smtClean="0"/>
              <a:t> </a:t>
            </a:r>
            <a:r>
              <a:rPr lang="en-US" dirty="0" err="1" smtClean="0"/>
              <a:t>sức</a:t>
            </a:r>
            <a:r>
              <a:rPr lang="en-US" dirty="0" smtClean="0"/>
              <a:t> </a:t>
            </a:r>
            <a:r>
              <a:rPr lang="en-US" dirty="0" err="1" smtClean="0"/>
              <a:t>khỏe</a:t>
            </a:r>
            <a:r>
              <a:rPr lang="en-US" dirty="0" smtClean="0"/>
              <a:t> </a:t>
            </a:r>
            <a:r>
              <a:rPr lang="en-US" dirty="0" err="1" smtClean="0"/>
              <a:t>điện</a:t>
            </a:r>
            <a:r>
              <a:rPr lang="en-US" dirty="0" smtClean="0"/>
              <a:t> </a:t>
            </a:r>
            <a:r>
              <a:rPr lang="en-US" dirty="0" err="1" smtClean="0"/>
              <a:t>tử</a:t>
            </a:r>
            <a:r>
              <a:rPr lang="en-US" dirty="0" smtClean="0"/>
              <a:t> </a:t>
            </a:r>
            <a:r>
              <a:rPr lang="en-US" dirty="0" err="1" smtClean="0"/>
              <a:t>TPHN</a:t>
            </a:r>
            <a:endParaRPr lang="en-US" dirty="0"/>
          </a:p>
        </p:txBody>
      </p:sp>
      <p:sp>
        <p:nvSpPr>
          <p:cNvPr id="7" name="TextBox 6"/>
          <p:cNvSpPr txBox="1"/>
          <p:nvPr/>
        </p:nvSpPr>
        <p:spPr>
          <a:xfrm>
            <a:off x="6439803" y="1495109"/>
            <a:ext cx="1486442" cy="523220"/>
          </a:xfrm>
          <a:prstGeom prst="rect">
            <a:avLst/>
          </a:prstGeom>
          <a:noFill/>
          <a:ln>
            <a:solidFill>
              <a:schemeClr val="tx1"/>
            </a:solidFill>
          </a:ln>
        </p:spPr>
        <p:txBody>
          <a:bodyPr wrap="square" rtlCol="0">
            <a:spAutoFit/>
          </a:bodyPr>
          <a:lstStyle/>
          <a:p>
            <a:pPr algn="ctr"/>
            <a:r>
              <a:rPr lang="en-US" dirty="0" err="1" smtClean="0"/>
              <a:t>CSDL</a:t>
            </a:r>
            <a:r>
              <a:rPr lang="en-US" dirty="0" smtClean="0"/>
              <a:t> </a:t>
            </a:r>
            <a:r>
              <a:rPr lang="en-US" dirty="0" err="1" smtClean="0"/>
              <a:t>sức</a:t>
            </a:r>
            <a:r>
              <a:rPr lang="en-US" dirty="0" smtClean="0"/>
              <a:t> </a:t>
            </a:r>
            <a:r>
              <a:rPr lang="en-US" dirty="0" err="1" smtClean="0"/>
              <a:t>khỏe</a:t>
            </a:r>
            <a:r>
              <a:rPr lang="en-US" dirty="0" smtClean="0"/>
              <a:t> </a:t>
            </a:r>
            <a:r>
              <a:rPr lang="en-US" dirty="0" err="1" smtClean="0"/>
              <a:t>của</a:t>
            </a:r>
            <a:r>
              <a:rPr lang="en-US" dirty="0" smtClean="0"/>
              <a:t> </a:t>
            </a:r>
            <a:r>
              <a:rPr lang="en-US" dirty="0" err="1" smtClean="0"/>
              <a:t>BYT</a:t>
            </a:r>
            <a:endParaRPr lang="en-US" dirty="0"/>
          </a:p>
        </p:txBody>
      </p:sp>
      <p:cxnSp>
        <p:nvCxnSpPr>
          <p:cNvPr id="9" name="Straight Arrow Connector 8"/>
          <p:cNvCxnSpPr>
            <a:stCxn id="5" idx="3"/>
            <a:endCxn id="6" idx="1"/>
          </p:cNvCxnSpPr>
          <p:nvPr/>
        </p:nvCxnSpPr>
        <p:spPr>
          <a:xfrm>
            <a:off x="2093153" y="1756719"/>
            <a:ext cx="143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009699" y="1756719"/>
            <a:ext cx="143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28705" y="2249164"/>
            <a:ext cx="1763795" cy="1384995"/>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Mẫu</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KSK</a:t>
            </a:r>
            <a:r>
              <a:rPr lang="en-US" dirty="0" smtClean="0">
                <a:latin typeface="Times New Roman" panose="02020603050405020304" pitchFamily="18" charset="0"/>
                <a:cs typeface="Times New Roman" panose="02020603050405020304" pitchFamily="18" charset="0"/>
              </a:rPr>
              <a:t>: Theo </a:t>
            </a:r>
            <a:r>
              <a:rPr lang="en-US" dirty="0" err="1" smtClean="0">
                <a:latin typeface="Times New Roman" panose="02020603050405020304" pitchFamily="18" charset="0"/>
                <a:cs typeface="Times New Roman" panose="02020603050405020304" pitchFamily="18" charset="0"/>
              </a:rPr>
              <a:t>mẫu</a:t>
            </a:r>
            <a:r>
              <a:rPr lang="en-US" dirty="0" smtClean="0">
                <a:latin typeface="Times New Roman" panose="02020603050405020304" pitchFamily="18" charset="0"/>
                <a:cs typeface="Times New Roman" panose="02020603050405020304" pitchFamily="18" charset="0"/>
              </a:rPr>
              <a:t> 1,2 </a:t>
            </a:r>
            <a:r>
              <a:rPr lang="en-US" dirty="0" err="1" smtClean="0">
                <a:latin typeface="Times New Roman" panose="02020603050405020304" pitchFamily="18" charset="0"/>
                <a:cs typeface="Times New Roman" panose="02020603050405020304" pitchFamily="18" charset="0"/>
              </a:rPr>
              <a:t>TT</a:t>
            </a:r>
            <a:r>
              <a:rPr lang="en-US" dirty="0" smtClean="0">
                <a:latin typeface="Times New Roman" panose="02020603050405020304" pitchFamily="18" charset="0"/>
                <a:cs typeface="Times New Roman" panose="02020603050405020304" pitchFamily="18" charset="0"/>
              </a:rPr>
              <a:t> 25</a:t>
            </a:r>
          </a:p>
          <a:p>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Chuẩn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liên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thông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theo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QĐ</a:t>
            </a:r>
            <a:r>
              <a:rPr lang="en-US" dirty="0" smtClean="0">
                <a:latin typeface="Times New Roman" panose="02020603050405020304" pitchFamily="18" charset="0"/>
                <a:cs typeface="Times New Roman" panose="02020603050405020304" pitchFamily="18" charset="0"/>
              </a:rPr>
              <a:t> 1551/</a:t>
            </a:r>
            <a:r>
              <a:rPr lang="en-US" dirty="0" err="1" smtClean="0">
                <a:latin typeface="Times New Roman" panose="02020603050405020304" pitchFamily="18" charset="0"/>
                <a:cs typeface="Times New Roman" panose="02020603050405020304" pitchFamily="18" charset="0"/>
              </a:rPr>
              <a:t>QĐ-BYT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QĐ</a:t>
            </a:r>
            <a:r>
              <a:rPr lang="en-US" dirty="0" smtClean="0">
                <a:latin typeface="Times New Roman" panose="02020603050405020304" pitchFamily="18" charset="0"/>
                <a:cs typeface="Times New Roman" panose="02020603050405020304" pitchFamily="18" charset="0"/>
              </a:rPr>
              <a:t> 2062/</a:t>
            </a:r>
            <a:r>
              <a:rPr lang="en-US" dirty="0" err="1" smtClean="0">
                <a:latin typeface="Times New Roman" panose="02020603050405020304" pitchFamily="18" charset="0"/>
                <a:cs typeface="Times New Roman" panose="02020603050405020304" pitchFamily="18" charset="0"/>
              </a:rPr>
              <a:t>QĐ-BYT</a:t>
            </a:r>
            <a:endParaRPr lang="en-US"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2309835" y="1125777"/>
            <a:ext cx="996740" cy="738664"/>
          </a:xfrm>
          <a:prstGeom prst="rect">
            <a:avLst/>
          </a:prstGeom>
          <a:noFill/>
        </p:spPr>
        <p:txBody>
          <a:bodyPr wrap="square" rtlCol="0">
            <a:spAutoFit/>
          </a:bodyPr>
          <a:lstStyle/>
          <a:p>
            <a:r>
              <a:rPr lang="en-US" dirty="0" err="1" smtClean="0">
                <a:solidFill>
                  <a:srgbClr val="FF0000"/>
                </a:solidFill>
              </a:rPr>
              <a:t>Tài</a:t>
            </a:r>
            <a:r>
              <a:rPr lang="en-US" dirty="0" smtClean="0">
                <a:solidFill>
                  <a:srgbClr val="FF0000"/>
                </a:solidFill>
              </a:rPr>
              <a:t> </a:t>
            </a:r>
            <a:r>
              <a:rPr lang="en-US" dirty="0" err="1" smtClean="0">
                <a:solidFill>
                  <a:srgbClr val="FF0000"/>
                </a:solidFill>
              </a:rPr>
              <a:t>khoản</a:t>
            </a:r>
            <a:r>
              <a:rPr lang="en-US" dirty="0" smtClean="0">
                <a:solidFill>
                  <a:srgbClr val="FF0000"/>
                </a:solidFill>
              </a:rPr>
              <a:t> </a:t>
            </a:r>
            <a:r>
              <a:rPr lang="en-US" dirty="0" err="1" smtClean="0">
                <a:solidFill>
                  <a:srgbClr val="FF0000"/>
                </a:solidFill>
              </a:rPr>
              <a:t>liên</a:t>
            </a:r>
            <a:r>
              <a:rPr lang="en-US" dirty="0" smtClean="0">
                <a:solidFill>
                  <a:srgbClr val="FF0000"/>
                </a:solidFill>
              </a:rPr>
              <a:t> </a:t>
            </a:r>
            <a:r>
              <a:rPr lang="en-US" dirty="0" err="1" smtClean="0">
                <a:solidFill>
                  <a:srgbClr val="FF0000"/>
                </a:solidFill>
              </a:rPr>
              <a:t>thông</a:t>
            </a:r>
            <a:r>
              <a:rPr lang="en-US" dirty="0" smtClean="0">
                <a:solidFill>
                  <a:srgbClr val="FF0000"/>
                </a:solidFill>
              </a:rPr>
              <a:t> </a:t>
            </a:r>
            <a:r>
              <a:rPr lang="en-US" dirty="0" err="1" smtClean="0">
                <a:solidFill>
                  <a:srgbClr val="FF0000"/>
                </a:solidFill>
              </a:rPr>
              <a:t>HSSKĐT</a:t>
            </a:r>
            <a:endParaRPr lang="en-US" dirty="0">
              <a:solidFill>
                <a:srgbClr val="FF0000"/>
              </a:solidFill>
            </a:endParaRPr>
          </a:p>
        </p:txBody>
      </p:sp>
      <p:sp>
        <p:nvSpPr>
          <p:cNvPr id="13" name="TextBox 12"/>
          <p:cNvSpPr txBox="1"/>
          <p:nvPr/>
        </p:nvSpPr>
        <p:spPr>
          <a:xfrm>
            <a:off x="5254550" y="1082440"/>
            <a:ext cx="1124582" cy="738664"/>
          </a:xfrm>
          <a:prstGeom prst="rect">
            <a:avLst/>
          </a:prstGeom>
          <a:noFill/>
        </p:spPr>
        <p:txBody>
          <a:bodyPr wrap="square" rtlCol="0">
            <a:spAutoFit/>
          </a:bodyPr>
          <a:lstStyle/>
          <a:p>
            <a:r>
              <a:rPr lang="en-US" dirty="0" err="1" smtClean="0">
                <a:solidFill>
                  <a:srgbClr val="FF0000"/>
                </a:solidFill>
              </a:rPr>
              <a:t>Tài</a:t>
            </a:r>
            <a:r>
              <a:rPr lang="en-US" dirty="0" smtClean="0">
                <a:solidFill>
                  <a:srgbClr val="FF0000"/>
                </a:solidFill>
              </a:rPr>
              <a:t> </a:t>
            </a:r>
            <a:r>
              <a:rPr lang="en-US" dirty="0" err="1" smtClean="0">
                <a:solidFill>
                  <a:srgbClr val="FF0000"/>
                </a:solidFill>
              </a:rPr>
              <a:t>khoản</a:t>
            </a:r>
            <a:r>
              <a:rPr lang="en-US" dirty="0" smtClean="0">
                <a:solidFill>
                  <a:srgbClr val="FF0000"/>
                </a:solidFill>
              </a:rPr>
              <a:t> </a:t>
            </a:r>
            <a:r>
              <a:rPr lang="en-US" dirty="0" err="1" smtClean="0">
                <a:solidFill>
                  <a:srgbClr val="FF0000"/>
                </a:solidFill>
              </a:rPr>
              <a:t>liên</a:t>
            </a:r>
            <a:r>
              <a:rPr lang="en-US" dirty="0" smtClean="0">
                <a:solidFill>
                  <a:srgbClr val="FF0000"/>
                </a:solidFill>
              </a:rPr>
              <a:t> </a:t>
            </a:r>
            <a:r>
              <a:rPr lang="en-US" dirty="0" err="1" smtClean="0">
                <a:solidFill>
                  <a:srgbClr val="FF0000"/>
                </a:solidFill>
              </a:rPr>
              <a:t>thông</a:t>
            </a:r>
            <a:r>
              <a:rPr lang="en-US" dirty="0" smtClean="0">
                <a:solidFill>
                  <a:srgbClr val="FF0000"/>
                </a:solidFill>
              </a:rPr>
              <a:t> </a:t>
            </a:r>
            <a:r>
              <a:rPr lang="en-US" dirty="0" err="1" smtClean="0">
                <a:solidFill>
                  <a:srgbClr val="FF0000"/>
                </a:solidFill>
              </a:rPr>
              <a:t>CSDL</a:t>
            </a:r>
            <a:r>
              <a:rPr lang="en-US" dirty="0" smtClean="0">
                <a:solidFill>
                  <a:srgbClr val="FF0000"/>
                </a:solidFill>
              </a:rPr>
              <a:t> </a:t>
            </a:r>
            <a:r>
              <a:rPr lang="en-US" dirty="0" err="1" smtClean="0">
                <a:solidFill>
                  <a:srgbClr val="FF0000"/>
                </a:solidFill>
              </a:rPr>
              <a:t>BYT</a:t>
            </a:r>
            <a:endParaRPr lang="en-US" dirty="0">
              <a:solidFill>
                <a:srgbClr val="FF0000"/>
              </a:solidFill>
            </a:endParaRPr>
          </a:p>
        </p:txBody>
      </p:sp>
      <p:sp>
        <p:nvSpPr>
          <p:cNvPr id="14" name="Title 1"/>
          <p:cNvSpPr>
            <a:spLocks noGrp="1"/>
          </p:cNvSpPr>
          <p:nvPr>
            <p:ph type="ctrTitle"/>
          </p:nvPr>
        </p:nvSpPr>
        <p:spPr>
          <a:xfrm>
            <a:off x="307690" y="4182940"/>
            <a:ext cx="8866974" cy="796423"/>
          </a:xfrm>
        </p:spPr>
        <p:txBody>
          <a:bodyPr/>
          <a:lstStyle/>
          <a:p>
            <a:pPr algn="l"/>
            <a:r>
              <a:rPr lang="en-US" dirty="0" smtClean="0"/>
              <a:t>Theo </a:t>
            </a:r>
            <a:r>
              <a:rPr lang="en-US" dirty="0" err="1" smtClean="0"/>
              <a:t>Công</a:t>
            </a:r>
            <a:r>
              <a:rPr lang="en-US" dirty="0" smtClean="0"/>
              <a:t> </a:t>
            </a:r>
            <a:r>
              <a:rPr lang="en-US" dirty="0" err="1" smtClean="0"/>
              <a:t>văn</a:t>
            </a:r>
            <a:r>
              <a:rPr lang="en-US" dirty="0" smtClean="0"/>
              <a:t> </a:t>
            </a:r>
            <a:r>
              <a:rPr lang="en-US" dirty="0" err="1" smtClean="0"/>
              <a:t>số</a:t>
            </a:r>
            <a:r>
              <a:rPr lang="en-US" dirty="0" smtClean="0"/>
              <a:t> 7286/</a:t>
            </a:r>
            <a:r>
              <a:rPr lang="en-US" dirty="0" err="1" smtClean="0"/>
              <a:t>SYT-QLBHYTCNTT</a:t>
            </a:r>
            <a:r>
              <a:rPr lang="en-US" dirty="0" smtClean="0"/>
              <a:t> </a:t>
            </a:r>
            <a:r>
              <a:rPr lang="en-US" dirty="0" err="1" smtClean="0"/>
              <a:t>ngày</a:t>
            </a:r>
            <a:r>
              <a:rPr lang="en-US" dirty="0" smtClean="0"/>
              <a:t> 22/7/2026 </a:t>
            </a:r>
            <a:r>
              <a:rPr lang="en-US" dirty="0" err="1" smtClean="0"/>
              <a:t>của</a:t>
            </a:r>
            <a:r>
              <a:rPr lang="en-US" dirty="0" smtClean="0"/>
              <a:t> </a:t>
            </a:r>
            <a:r>
              <a:rPr lang="en-US" dirty="0" err="1" smtClean="0"/>
              <a:t>Sở</a:t>
            </a:r>
            <a:r>
              <a:rPr lang="en-US" dirty="0" smtClean="0"/>
              <a:t> Y </a:t>
            </a:r>
            <a:r>
              <a:rPr lang="en-US" dirty="0" err="1" smtClean="0"/>
              <a:t>tế</a:t>
            </a:r>
            <a:r>
              <a:rPr lang="en-US" dirty="0" smtClean="0"/>
              <a:t> </a:t>
            </a:r>
            <a:r>
              <a:rPr lang="en-US" dirty="0" err="1" smtClean="0"/>
              <a:t>về</a:t>
            </a:r>
            <a:r>
              <a:rPr lang="en-US" dirty="0" smtClean="0"/>
              <a:t> </a:t>
            </a:r>
            <a:r>
              <a:rPr lang="en-US" dirty="0" err="1" smtClean="0"/>
              <a:t>việc</a:t>
            </a:r>
            <a:r>
              <a:rPr lang="en-US" dirty="0" smtClean="0"/>
              <a:t> </a:t>
            </a:r>
            <a:r>
              <a:rPr lang="en-US" dirty="0" err="1" smtClean="0"/>
              <a:t>kết</a:t>
            </a:r>
            <a:r>
              <a:rPr lang="en-US" dirty="0" smtClean="0"/>
              <a:t> </a:t>
            </a:r>
            <a:r>
              <a:rPr lang="en-US" dirty="0" err="1" smtClean="0"/>
              <a:t>nối</a:t>
            </a:r>
            <a:r>
              <a:rPr lang="en-US" dirty="0" smtClean="0"/>
              <a:t>, </a:t>
            </a:r>
            <a:r>
              <a:rPr lang="en-US" dirty="0" err="1" smtClean="0"/>
              <a:t>liên</a:t>
            </a:r>
            <a:r>
              <a:rPr lang="en-US" dirty="0" smtClean="0"/>
              <a:t> </a:t>
            </a:r>
            <a:r>
              <a:rPr lang="en-US" dirty="0" err="1" smtClean="0"/>
              <a:t>thông</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khám</a:t>
            </a:r>
            <a:r>
              <a:rPr lang="en-US" dirty="0" smtClean="0"/>
              <a:t> </a:t>
            </a:r>
            <a:r>
              <a:rPr lang="en-US" dirty="0" err="1" smtClean="0"/>
              <a:t>sức</a:t>
            </a:r>
            <a:r>
              <a:rPr lang="en-US" dirty="0" smtClean="0"/>
              <a:t> </a:t>
            </a:r>
            <a:r>
              <a:rPr lang="en-US" dirty="0" err="1" smtClean="0"/>
              <a:t>khỏe</a:t>
            </a:r>
            <a:r>
              <a:rPr lang="en-US" dirty="0" smtClean="0"/>
              <a:t> </a:t>
            </a:r>
            <a:r>
              <a:rPr lang="en-US" dirty="0" err="1" smtClean="0"/>
              <a:t>với</a:t>
            </a:r>
            <a:r>
              <a:rPr lang="en-US" dirty="0" smtClean="0"/>
              <a:t/>
            </a:r>
            <a:br>
              <a:rPr lang="en-US" dirty="0" smtClean="0"/>
            </a:br>
            <a:r>
              <a:rPr lang="en-US" dirty="0" smtClean="0"/>
              <a:t> </a:t>
            </a:r>
            <a:r>
              <a:rPr lang="en-US" dirty="0" err="1" smtClean="0"/>
              <a:t>Hệ</a:t>
            </a:r>
            <a:r>
              <a:rPr lang="en-US" dirty="0" smtClean="0"/>
              <a:t> </a:t>
            </a:r>
            <a:r>
              <a:rPr lang="en-US" dirty="0" err="1" smtClean="0"/>
              <a:t>thống</a:t>
            </a:r>
            <a:r>
              <a:rPr lang="en-US" dirty="0" smtClean="0"/>
              <a:t> </a:t>
            </a:r>
            <a:r>
              <a:rPr lang="en-US" dirty="0" err="1" smtClean="0"/>
              <a:t>HSSKĐT</a:t>
            </a:r>
            <a:r>
              <a:rPr lang="en-US" dirty="0" smtClean="0"/>
              <a:t> </a:t>
            </a:r>
            <a:r>
              <a:rPr lang="en-US" dirty="0" err="1" smtClean="0"/>
              <a:t>TPHN</a:t>
            </a:r>
            <a:r>
              <a:rPr lang="en-US" dirty="0" smtClean="0"/>
              <a:t> </a:t>
            </a:r>
            <a:endParaRPr lang="en-US" dirty="0"/>
          </a:p>
        </p:txBody>
      </p:sp>
    </p:spTree>
    <p:extLst>
      <p:ext uri="{BB962C8B-B14F-4D97-AF65-F5344CB8AC3E}">
        <p14:creationId xmlns:p14="http://schemas.microsoft.com/office/powerpoint/2010/main" val="810689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EFEB55B7-9491-3202-048F-09373A2B241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A8DA9E80-AAD4-FFA6-0D75-2A89D82455BE}"/>
              </a:ext>
            </a:extLst>
          </p:cNvPr>
          <p:cNvPicPr>
            <a:picLocks noChangeAspect="1"/>
          </p:cNvPicPr>
          <p:nvPr/>
        </p:nvPicPr>
        <p:blipFill>
          <a:blip r:embed="rId3"/>
          <a:stretch>
            <a:fillRect/>
          </a:stretch>
        </p:blipFill>
        <p:spPr>
          <a:xfrm>
            <a:off x="0" y="10512"/>
            <a:ext cx="9144000" cy="5132988"/>
          </a:xfrm>
          <a:prstGeom prst="rect">
            <a:avLst/>
          </a:prstGeom>
        </p:spPr>
      </p:pic>
      <p:sp>
        <p:nvSpPr>
          <p:cNvPr id="7" name="Oval 6">
            <a:extLst>
              <a:ext uri="{FF2B5EF4-FFF2-40B4-BE49-F238E27FC236}">
                <a16:creationId xmlns:a16="http://schemas.microsoft.com/office/drawing/2014/main" xmlns="" id="{96E4AAEE-BAE2-3A31-C517-B04247099736}"/>
              </a:ext>
            </a:extLst>
          </p:cNvPr>
          <p:cNvSpPr/>
          <p:nvPr/>
        </p:nvSpPr>
        <p:spPr>
          <a:xfrm>
            <a:off x="8783580" y="327048"/>
            <a:ext cx="173535" cy="23360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xmlns="" id="{D7CD4AF1-4B14-225C-3ECE-05679D9C5442}"/>
              </a:ext>
            </a:extLst>
          </p:cNvPr>
          <p:cNvSpPr>
            <a:spLocks noGrp="1"/>
          </p:cNvSpPr>
          <p:nvPr>
            <p:ph type="ctrTitle"/>
          </p:nvPr>
        </p:nvSpPr>
        <p:spPr/>
        <p:txBody>
          <a:bodyPr/>
          <a:lstStyle/>
          <a:p>
            <a:endParaRPr lang="en-US"/>
          </a:p>
        </p:txBody>
      </p:sp>
      <p:sp>
        <p:nvSpPr>
          <p:cNvPr id="9" name="Subtitle 8">
            <a:extLst>
              <a:ext uri="{FF2B5EF4-FFF2-40B4-BE49-F238E27FC236}">
                <a16:creationId xmlns:a16="http://schemas.microsoft.com/office/drawing/2014/main" xmlns="" id="{5169E6A8-07B7-DB6F-C872-DB6237FF9186}"/>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75229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0E0D8C89-A6F9-8B49-2C0B-35F0D8273920}"/>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C149058F-E7CC-CA49-13EC-73AFFAE44BC8}"/>
              </a:ext>
            </a:extLst>
          </p:cNvPr>
          <p:cNvSpPr txBox="1">
            <a:spLocks/>
          </p:cNvSpPr>
          <p:nvPr/>
        </p:nvSpPr>
        <p:spPr>
          <a:xfrm>
            <a:off x="69011" y="0"/>
            <a:ext cx="9005188" cy="11098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400" b="1" dirty="0">
                <a:latin typeface="Times New Roman" panose="02020603050405020304" pitchFamily="18" charset="0"/>
                <a:cs typeface="Times New Roman" panose="02020603050405020304" pitchFamily="18" charset="0"/>
              </a:rPr>
              <a:t>1. </a:t>
            </a:r>
            <a:r>
              <a:rPr lang="en-US" sz="2400" b="1" dirty="0" err="1">
                <a:latin typeface="Times New Roman" panose="02020603050405020304" pitchFamily="18" charset="0"/>
                <a:cs typeface="Times New Roman" panose="02020603050405020304" pitchFamily="18" charset="0"/>
              </a:rPr>
              <a:t>ĐĂNG</a:t>
            </a:r>
            <a:r>
              <a:rPr lang="en-US" sz="2400" b="1" dirty="0">
                <a:latin typeface="Times New Roman" panose="02020603050405020304" pitchFamily="18" charset="0"/>
                <a:cs typeface="Times New Roman" panose="02020603050405020304" pitchFamily="18" charset="0"/>
              </a:rPr>
              <a:t> KÝ </a:t>
            </a:r>
            <a:r>
              <a:rPr lang="en-US" sz="2400" b="1" dirty="0" err="1">
                <a:latin typeface="Times New Roman" panose="02020603050405020304" pitchFamily="18" charset="0"/>
                <a:cs typeface="Times New Roman" panose="02020603050405020304" pitchFamily="18" charset="0"/>
              </a:rPr>
              <a:t>TÀI</a:t>
            </a:r>
            <a:r>
              <a:rPr lang="en-US" sz="2400" b="1" dirty="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KHOẢN</a:t>
            </a:r>
            <a:r>
              <a:rPr lang="en-US" sz="2400" b="1"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TRÊN</a:t>
            </a:r>
            <a:r>
              <a:rPr lang="en-US" sz="2400" b="1"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CỔNG</a:t>
            </a:r>
            <a:r>
              <a:rPr lang="en-US" sz="2400" b="1"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CSDL</a:t>
            </a:r>
            <a:r>
              <a:rPr lang="en-US" sz="2400" b="1"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CỦA</a:t>
            </a:r>
            <a:r>
              <a:rPr lang="en-US" sz="2400" b="1"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BYT</a:t>
            </a:r>
            <a:endParaRPr lang="en-US" sz="2400" b="1"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xmlns="" id="{44A57FF1-A4AA-09E1-E0D5-6559CE8117F7}"/>
              </a:ext>
            </a:extLst>
          </p:cNvPr>
          <p:cNvPicPr>
            <a:picLocks noChangeAspect="1"/>
          </p:cNvPicPr>
          <p:nvPr/>
        </p:nvPicPr>
        <p:blipFill>
          <a:blip r:embed="rId3"/>
          <a:stretch>
            <a:fillRect/>
          </a:stretch>
        </p:blipFill>
        <p:spPr>
          <a:xfrm>
            <a:off x="-395" y="735652"/>
            <a:ext cx="9144000" cy="4328329"/>
          </a:xfrm>
          <a:prstGeom prst="rect">
            <a:avLst/>
          </a:prstGeom>
        </p:spPr>
      </p:pic>
    </p:spTree>
    <p:extLst>
      <p:ext uri="{BB962C8B-B14F-4D97-AF65-F5344CB8AC3E}">
        <p14:creationId xmlns:p14="http://schemas.microsoft.com/office/powerpoint/2010/main" val="2443753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3EA411D9-3ACE-4134-B23E-665A295580B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xmlns="" id="{B7D19E8C-901C-87B2-758F-E71CD0B2169B}"/>
              </a:ext>
            </a:extLst>
          </p:cNvPr>
          <p:cNvPicPr>
            <a:picLocks noChangeAspect="1"/>
          </p:cNvPicPr>
          <p:nvPr/>
        </p:nvPicPr>
        <p:blipFill>
          <a:blip r:embed="rId3"/>
          <a:stretch>
            <a:fillRect/>
          </a:stretch>
        </p:blipFill>
        <p:spPr>
          <a:xfrm>
            <a:off x="0" y="211322"/>
            <a:ext cx="9144000" cy="4720856"/>
          </a:xfrm>
          <a:prstGeom prst="rect">
            <a:avLst/>
          </a:prstGeom>
        </p:spPr>
      </p:pic>
    </p:spTree>
    <p:extLst>
      <p:ext uri="{BB962C8B-B14F-4D97-AF65-F5344CB8AC3E}">
        <p14:creationId xmlns:p14="http://schemas.microsoft.com/office/powerpoint/2010/main" val="1494026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A92C080C-003C-0532-CC55-D925711E7A4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xmlns="" id="{6012B099-82FF-2F6D-C1C9-585621D36DFC}"/>
              </a:ext>
            </a:extLst>
          </p:cNvPr>
          <p:cNvPicPr>
            <a:picLocks noChangeAspect="1"/>
          </p:cNvPicPr>
          <p:nvPr/>
        </p:nvPicPr>
        <p:blipFill>
          <a:blip r:embed="rId3"/>
          <a:stretch>
            <a:fillRect/>
          </a:stretch>
        </p:blipFill>
        <p:spPr>
          <a:xfrm>
            <a:off x="0" y="118523"/>
            <a:ext cx="9144000" cy="4906454"/>
          </a:xfrm>
          <a:prstGeom prst="rect">
            <a:avLst/>
          </a:prstGeom>
        </p:spPr>
      </p:pic>
    </p:spTree>
    <p:extLst>
      <p:ext uri="{BB962C8B-B14F-4D97-AF65-F5344CB8AC3E}">
        <p14:creationId xmlns:p14="http://schemas.microsoft.com/office/powerpoint/2010/main" val="3481032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9C01ECC3-2C6F-9CAE-25A5-446FDDE8D4D3}"/>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9ED04501-B247-00B7-423A-D4AA7AB8F690}"/>
              </a:ext>
            </a:extLst>
          </p:cNvPr>
          <p:cNvSpPr txBox="1">
            <a:spLocks/>
          </p:cNvSpPr>
          <p:nvPr/>
        </p:nvSpPr>
        <p:spPr>
          <a:xfrm>
            <a:off x="1365726" y="0"/>
            <a:ext cx="6412500" cy="11098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Times New Roman" panose="02020603050405020304" pitchFamily="18" charset="0"/>
                <a:cs typeface="Times New Roman" panose="02020603050405020304" pitchFamily="18" charset="0"/>
              </a:rPr>
              <a:t>THU THẬP, CẬP NHẬT DỮ LIỆU</a:t>
            </a:r>
          </a:p>
        </p:txBody>
      </p:sp>
      <p:sp>
        <p:nvSpPr>
          <p:cNvPr id="2" name="TextBox 1">
            <a:extLst>
              <a:ext uri="{FF2B5EF4-FFF2-40B4-BE49-F238E27FC236}">
                <a16:creationId xmlns:a16="http://schemas.microsoft.com/office/drawing/2014/main" xmlns="" id="{3F3A707A-655A-B5A0-669F-4958B36E49EA}"/>
              </a:ext>
            </a:extLst>
          </p:cNvPr>
          <p:cNvSpPr txBox="1"/>
          <p:nvPr/>
        </p:nvSpPr>
        <p:spPr>
          <a:xfrm>
            <a:off x="103518" y="1123180"/>
            <a:ext cx="9040482" cy="3816429"/>
          </a:xfrm>
          <a:prstGeom prst="rect">
            <a:avLst/>
          </a:prstGeom>
          <a:noFill/>
        </p:spPr>
        <p:txBody>
          <a:bodyPr wrap="square">
            <a:spAutoFit/>
          </a:bodyPr>
          <a:lstStyle/>
          <a:p>
            <a:r>
              <a:rPr lang="en-US" sz="2200" b="1" dirty="0" err="1">
                <a:latin typeface="Times New Roman" panose="02020603050405020304" pitchFamily="18" charset="0"/>
              </a:rPr>
              <a:t>Bước</a:t>
            </a:r>
            <a:r>
              <a:rPr lang="en-US" sz="2200" b="1" dirty="0">
                <a:latin typeface="Times New Roman" panose="02020603050405020304" pitchFamily="18" charset="0"/>
              </a:rPr>
              <a:t> 1. </a:t>
            </a:r>
            <a:r>
              <a:rPr lang="en-US" sz="2200" b="1" dirty="0" err="1">
                <a:latin typeface="Times New Roman" panose="02020603050405020304" pitchFamily="18" charset="0"/>
              </a:rPr>
              <a:t>Tiếp</a:t>
            </a:r>
            <a:r>
              <a:rPr lang="en-US" sz="2200" b="1" dirty="0">
                <a:latin typeface="Times New Roman" panose="02020603050405020304" pitchFamily="18" charset="0"/>
              </a:rPr>
              <a:t> </a:t>
            </a:r>
            <a:r>
              <a:rPr lang="en-US" sz="2200" b="1" dirty="0" err="1">
                <a:latin typeface="Times New Roman" panose="02020603050405020304" pitchFamily="18" charset="0"/>
              </a:rPr>
              <a:t>nhận</a:t>
            </a:r>
            <a:r>
              <a:rPr lang="en-US" sz="2200" b="1" dirty="0">
                <a:latin typeface="Times New Roman" panose="02020603050405020304" pitchFamily="18" charset="0"/>
              </a:rPr>
              <a:t> </a:t>
            </a:r>
            <a:r>
              <a:rPr lang="en-US" sz="2200" b="1" dirty="0" err="1">
                <a:latin typeface="Times New Roman" panose="02020603050405020304" pitchFamily="18" charset="0"/>
              </a:rPr>
              <a:t>người</a:t>
            </a:r>
            <a:r>
              <a:rPr lang="en-US" sz="2200" b="1" dirty="0">
                <a:latin typeface="Times New Roman" panose="02020603050405020304" pitchFamily="18" charset="0"/>
              </a:rPr>
              <a:t> </a:t>
            </a:r>
            <a:r>
              <a:rPr lang="en-US" sz="2200" b="1" dirty="0" err="1">
                <a:latin typeface="Times New Roman" panose="02020603050405020304" pitchFamily="18" charset="0"/>
              </a:rPr>
              <a:t>dân</a:t>
            </a:r>
            <a:r>
              <a:rPr lang="en-US" sz="2200" b="1" dirty="0">
                <a:latin typeface="Times New Roman" panose="02020603050405020304" pitchFamily="18" charset="0"/>
              </a:rPr>
              <a:t> </a:t>
            </a:r>
            <a:r>
              <a:rPr lang="en-US" sz="2200" b="1" dirty="0" err="1">
                <a:latin typeface="Times New Roman" panose="02020603050405020304" pitchFamily="18" charset="0"/>
              </a:rPr>
              <a:t>và</a:t>
            </a:r>
            <a:r>
              <a:rPr lang="en-US" sz="2200" b="1" dirty="0">
                <a:latin typeface="Times New Roman" panose="02020603050405020304" pitchFamily="18" charset="0"/>
              </a:rPr>
              <a:t> </a:t>
            </a:r>
            <a:r>
              <a:rPr lang="en-US" sz="2200" b="1" dirty="0" err="1">
                <a:latin typeface="Times New Roman" panose="02020603050405020304" pitchFamily="18" charset="0"/>
              </a:rPr>
              <a:t>xác</a:t>
            </a:r>
            <a:r>
              <a:rPr lang="en-US" sz="2200" b="1" dirty="0">
                <a:latin typeface="Times New Roman" panose="02020603050405020304" pitchFamily="18" charset="0"/>
              </a:rPr>
              <a:t> </a:t>
            </a:r>
            <a:r>
              <a:rPr lang="en-US" sz="2200" b="1" dirty="0" err="1">
                <a:latin typeface="Times New Roman" panose="02020603050405020304" pitchFamily="18" charset="0"/>
              </a:rPr>
              <a:t>thực</a:t>
            </a:r>
            <a:r>
              <a:rPr lang="en-US" sz="2200" b="1" dirty="0">
                <a:latin typeface="Times New Roman" panose="02020603050405020304" pitchFamily="18" charset="0"/>
              </a:rPr>
              <a:t> </a:t>
            </a:r>
            <a:r>
              <a:rPr lang="en-US" sz="2200" b="1" dirty="0" err="1">
                <a:latin typeface="Times New Roman" panose="02020603050405020304" pitchFamily="18" charset="0"/>
              </a:rPr>
              <a:t>thông</a:t>
            </a:r>
            <a:r>
              <a:rPr lang="en-US" sz="2200" b="1" dirty="0">
                <a:latin typeface="Times New Roman" panose="02020603050405020304" pitchFamily="18" charset="0"/>
              </a:rPr>
              <a:t> tin </a:t>
            </a:r>
            <a:r>
              <a:rPr lang="en-US" sz="2200" b="1" dirty="0" err="1">
                <a:latin typeface="Times New Roman" panose="02020603050405020304" pitchFamily="18" charset="0"/>
              </a:rPr>
              <a:t>định</a:t>
            </a:r>
            <a:r>
              <a:rPr lang="en-US" sz="2200" b="1" dirty="0">
                <a:latin typeface="Times New Roman" panose="02020603050405020304" pitchFamily="18" charset="0"/>
              </a:rPr>
              <a:t> </a:t>
            </a:r>
            <a:r>
              <a:rPr lang="en-US" sz="2200" b="1" dirty="0" err="1">
                <a:latin typeface="Times New Roman" panose="02020603050405020304" pitchFamily="18" charset="0"/>
              </a:rPr>
              <a:t>danh</a:t>
            </a:r>
            <a:endParaRPr lang="en-US" sz="2200" b="1" dirty="0">
              <a:latin typeface="Times New Roman" panose="02020603050405020304" pitchFamily="18" charset="0"/>
            </a:endParaRPr>
          </a:p>
          <a:p>
            <a:r>
              <a:rPr lang="vi-VN" sz="2200" dirty="0">
                <a:latin typeface="Times New Roman" panose="02020603050405020304" pitchFamily="18" charset="0"/>
              </a:rPr>
              <a:t>- </a:t>
            </a:r>
            <a:r>
              <a:rPr lang="en-US" sz="2200" dirty="0" err="1">
                <a:latin typeface="Times New Roman" panose="02020603050405020304" pitchFamily="18" charset="0"/>
              </a:rPr>
              <a:t>Cơ</a:t>
            </a:r>
            <a:r>
              <a:rPr lang="en-US" sz="2200" dirty="0">
                <a:latin typeface="Times New Roman" panose="02020603050405020304" pitchFamily="18" charset="0"/>
              </a:rPr>
              <a:t> </a:t>
            </a:r>
            <a:r>
              <a:rPr lang="en-US" sz="2200" dirty="0" err="1">
                <a:latin typeface="Times New Roman" panose="02020603050405020304" pitchFamily="18" charset="0"/>
              </a:rPr>
              <a:t>sở</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bệnh</a:t>
            </a:r>
            <a:r>
              <a:rPr lang="en-US" sz="2200" dirty="0">
                <a:latin typeface="Times New Roman" panose="02020603050405020304" pitchFamily="18" charset="0"/>
              </a:rPr>
              <a:t>, </a:t>
            </a:r>
            <a:r>
              <a:rPr lang="en-US" sz="2200" dirty="0" err="1">
                <a:latin typeface="Times New Roman" panose="02020603050405020304" pitchFamily="18" charset="0"/>
              </a:rPr>
              <a:t>chữa</a:t>
            </a:r>
            <a:r>
              <a:rPr lang="en-US" sz="2200" dirty="0">
                <a:latin typeface="Times New Roman" panose="02020603050405020304" pitchFamily="18" charset="0"/>
              </a:rPr>
              <a:t> </a:t>
            </a:r>
            <a:r>
              <a:rPr lang="en-US" sz="2200" dirty="0" err="1">
                <a:latin typeface="Times New Roman" panose="02020603050405020304" pitchFamily="18" charset="0"/>
              </a:rPr>
              <a:t>bệnh</a:t>
            </a:r>
            <a:r>
              <a:rPr lang="en-US"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 </a:t>
            </a:r>
            <a:r>
              <a:rPr lang="en-US" sz="2200" dirty="0" err="1">
                <a:latin typeface="Times New Roman" panose="02020603050405020304" pitchFamily="18" charset="0"/>
              </a:rPr>
              <a:t>tiếp</a:t>
            </a:r>
            <a:r>
              <a:rPr lang="en-US" sz="2200" dirty="0">
                <a:latin typeface="Times New Roman" panose="02020603050405020304" pitchFamily="18" charset="0"/>
              </a:rPr>
              <a:t> </a:t>
            </a:r>
            <a:r>
              <a:rPr lang="en-US" sz="2200" dirty="0" err="1">
                <a:latin typeface="Times New Roman" panose="02020603050405020304" pitchFamily="18" charset="0"/>
              </a:rPr>
              <a:t>nhận</a:t>
            </a:r>
            <a:r>
              <a:rPr lang="en-US" sz="2200" dirty="0">
                <a:latin typeface="Times New Roman" panose="02020603050405020304" pitchFamily="18" charset="0"/>
              </a:rPr>
              <a:t> </a:t>
            </a:r>
            <a:r>
              <a:rPr lang="en-US" sz="2200" dirty="0" err="1">
                <a:latin typeface="Times New Roman" panose="02020603050405020304" pitchFamily="18" charset="0"/>
              </a:rPr>
              <a:t>người</a:t>
            </a:r>
            <a:r>
              <a:rPr lang="en-US" sz="2200" dirty="0">
                <a:latin typeface="Times New Roman" panose="02020603050405020304" pitchFamily="18" charset="0"/>
              </a:rPr>
              <a:t> </a:t>
            </a:r>
            <a:r>
              <a:rPr lang="en-US" sz="2200" dirty="0" err="1">
                <a:latin typeface="Times New Roman" panose="02020603050405020304" pitchFamily="18" charset="0"/>
              </a:rPr>
              <a:t>dân</a:t>
            </a:r>
            <a:r>
              <a:rPr lang="en-US" sz="2200" dirty="0">
                <a:latin typeface="Times New Roman" panose="02020603050405020304" pitchFamily="18" charset="0"/>
              </a:rPr>
              <a:t> </a:t>
            </a:r>
            <a:r>
              <a:rPr lang="en-US" sz="2200" dirty="0" err="1">
                <a:latin typeface="Times New Roman" panose="02020603050405020304" pitchFamily="18" charset="0"/>
              </a:rPr>
              <a:t>đến</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 </a:t>
            </a:r>
            <a:r>
              <a:rPr lang="en-US" sz="2200" dirty="0" err="1">
                <a:latin typeface="Times New Roman" panose="02020603050405020304" pitchFamily="18" charset="0"/>
              </a:rPr>
              <a:t>kiểm</a:t>
            </a:r>
            <a:r>
              <a:rPr lang="en-US" sz="2200" dirty="0">
                <a:latin typeface="Times New Roman" panose="02020603050405020304" pitchFamily="18" charset="0"/>
              </a:rPr>
              <a:t> </a:t>
            </a:r>
            <a:r>
              <a:rPr lang="en-US" sz="2200" dirty="0" err="1">
                <a:latin typeface="Times New Roman" panose="02020603050405020304" pitchFamily="18" charset="0"/>
              </a:rPr>
              <a:t>tra</a:t>
            </a:r>
            <a:r>
              <a:rPr lang="en-US" sz="2200" dirty="0">
                <a:latin typeface="Times New Roman" panose="02020603050405020304" pitchFamily="18" charset="0"/>
              </a:rPr>
              <a:t> </a:t>
            </a:r>
            <a:r>
              <a:rPr lang="en-US" sz="2200" dirty="0" err="1">
                <a:latin typeface="Times New Roman" panose="02020603050405020304" pitchFamily="18" charset="0"/>
              </a:rPr>
              <a:t>và</a:t>
            </a:r>
            <a:r>
              <a:rPr lang="en-US" sz="2200" dirty="0">
                <a:latin typeface="Times New Roman" panose="02020603050405020304" pitchFamily="18" charset="0"/>
              </a:rPr>
              <a:t> </a:t>
            </a:r>
            <a:r>
              <a:rPr lang="en-US" sz="2200" dirty="0" err="1">
                <a:latin typeface="Times New Roman" panose="02020603050405020304" pitchFamily="18" charset="0"/>
              </a:rPr>
              <a:t>xác</a:t>
            </a:r>
            <a:r>
              <a:rPr lang="en-US"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tối</a:t>
            </a:r>
            <a:r>
              <a:rPr lang="en-US" sz="2200" dirty="0">
                <a:latin typeface="Times New Roman" panose="02020603050405020304" pitchFamily="18" charset="0"/>
              </a:rPr>
              <a:t> </a:t>
            </a:r>
            <a:r>
              <a:rPr lang="en-US" sz="2200" dirty="0" err="1">
                <a:latin typeface="Times New Roman" panose="02020603050405020304" pitchFamily="18" charset="0"/>
              </a:rPr>
              <a:t>thiểu</a:t>
            </a:r>
            <a:r>
              <a:rPr lang="en-US" sz="2200" dirty="0">
                <a:latin typeface="Times New Roman" panose="02020603050405020304" pitchFamily="18" charset="0"/>
              </a:rPr>
              <a:t> </a:t>
            </a:r>
            <a:r>
              <a:rPr lang="en-US" sz="2200" dirty="0" err="1">
                <a:latin typeface="Times New Roman" panose="02020603050405020304" pitchFamily="18" charset="0"/>
              </a:rPr>
              <a:t>các</a:t>
            </a:r>
            <a:r>
              <a:rPr lang="en-US" sz="2200" dirty="0">
                <a:latin typeface="Times New Roman" panose="02020603050405020304" pitchFamily="18" charset="0"/>
              </a:rPr>
              <a:t> </a:t>
            </a:r>
            <a:r>
              <a:rPr lang="en-US" sz="2200" dirty="0" err="1">
                <a:latin typeface="Times New Roman" panose="02020603050405020304" pitchFamily="18" charset="0"/>
              </a:rPr>
              <a:t>thông</a:t>
            </a:r>
            <a:r>
              <a:rPr lang="en-US" sz="2200" dirty="0">
                <a:latin typeface="Times New Roman" panose="02020603050405020304" pitchFamily="18" charset="0"/>
              </a:rPr>
              <a:t> tin: </a:t>
            </a:r>
            <a:r>
              <a:rPr lang="en-US" sz="2200" dirty="0" err="1">
                <a:latin typeface="Times New Roman" panose="02020603050405020304" pitchFamily="18" charset="0"/>
              </a:rPr>
              <a:t>Số</a:t>
            </a:r>
            <a:r>
              <a:rPr lang="en-US" sz="2200" dirty="0">
                <a:latin typeface="Times New Roman" panose="02020603050405020304" pitchFamily="18" charset="0"/>
              </a:rPr>
              <a:t> </a:t>
            </a:r>
            <a:r>
              <a:rPr lang="en-US" sz="2200" dirty="0" err="1">
                <a:latin typeface="Times New Roman" panose="02020603050405020304" pitchFamily="18" charset="0"/>
              </a:rPr>
              <a:t>định</a:t>
            </a:r>
            <a:r>
              <a:rPr lang="en-US" sz="2200" dirty="0">
                <a:latin typeface="Times New Roman" panose="02020603050405020304" pitchFamily="18" charset="0"/>
              </a:rPr>
              <a:t> </a:t>
            </a:r>
            <a:r>
              <a:rPr lang="en-US" sz="2200" dirty="0" err="1">
                <a:latin typeface="Times New Roman" panose="02020603050405020304" pitchFamily="18" charset="0"/>
              </a:rPr>
              <a:t>danh</a:t>
            </a:r>
            <a:r>
              <a:rPr lang="en-US" sz="2200" dirty="0">
                <a:latin typeface="Times New Roman" panose="02020603050405020304" pitchFamily="18" charset="0"/>
              </a:rPr>
              <a:t> </a:t>
            </a:r>
            <a:r>
              <a:rPr lang="en-US" sz="2200" dirty="0" err="1">
                <a:latin typeface="Times New Roman" panose="02020603050405020304" pitchFamily="18" charset="0"/>
              </a:rPr>
              <a:t>cá</a:t>
            </a:r>
            <a:r>
              <a:rPr lang="en-US" sz="2200" dirty="0">
                <a:latin typeface="Times New Roman" panose="02020603050405020304" pitchFamily="18" charset="0"/>
              </a:rPr>
              <a:t> </a:t>
            </a:r>
            <a:r>
              <a:rPr lang="en-US" sz="2200" dirty="0" err="1">
                <a:latin typeface="Times New Roman" panose="02020603050405020304" pitchFamily="18" charset="0"/>
              </a:rPr>
              <a:t>nhân</a:t>
            </a:r>
            <a:r>
              <a:rPr lang="en-US" sz="2200" dirty="0">
                <a:latin typeface="Times New Roman" panose="02020603050405020304" pitchFamily="18" charset="0"/>
              </a:rPr>
              <a:t> </a:t>
            </a:r>
            <a:r>
              <a:rPr lang="en-US" sz="2200" dirty="0" err="1">
                <a:latin typeface="Times New Roman" panose="02020603050405020304" pitchFamily="18" charset="0"/>
              </a:rPr>
              <a:t>hoặc</a:t>
            </a:r>
            <a:r>
              <a:rPr lang="en-US" sz="2200" dirty="0">
                <a:latin typeface="Times New Roman" panose="02020603050405020304" pitchFamily="18" charset="0"/>
              </a:rPr>
              <a:t> </a:t>
            </a:r>
            <a:r>
              <a:rPr lang="en-US" sz="2200" dirty="0" err="1">
                <a:latin typeface="Times New Roman" panose="02020603050405020304" pitchFamily="18" charset="0"/>
              </a:rPr>
              <a:t>căn</a:t>
            </a:r>
            <a:r>
              <a:rPr lang="en-US" sz="2200" dirty="0">
                <a:latin typeface="Times New Roman" panose="02020603050405020304" pitchFamily="18" charset="0"/>
              </a:rPr>
              <a:t> </a:t>
            </a:r>
            <a:r>
              <a:rPr lang="en-US" sz="2200" dirty="0" err="1">
                <a:latin typeface="Times New Roman" panose="02020603050405020304" pitchFamily="18" charset="0"/>
              </a:rPr>
              <a:t>cước</a:t>
            </a:r>
            <a:r>
              <a:rPr lang="en-US" sz="2200" dirty="0">
                <a:latin typeface="Times New Roman" panose="02020603050405020304" pitchFamily="18" charset="0"/>
              </a:rPr>
              <a:t> </a:t>
            </a:r>
            <a:r>
              <a:rPr lang="en-US" sz="2200" dirty="0" err="1">
                <a:latin typeface="Times New Roman" panose="02020603050405020304" pitchFamily="18" charset="0"/>
              </a:rPr>
              <a:t>công</a:t>
            </a:r>
            <a:r>
              <a:rPr lang="en-US" sz="2200" dirty="0">
                <a:latin typeface="Times New Roman" panose="02020603050405020304" pitchFamily="18" charset="0"/>
              </a:rPr>
              <a:t> </a:t>
            </a:r>
            <a:r>
              <a:rPr lang="en-US" sz="2200" dirty="0" err="1">
                <a:latin typeface="Times New Roman" panose="02020603050405020304" pitchFamily="18" charset="0"/>
              </a:rPr>
              <a:t>dân</a:t>
            </a:r>
            <a:r>
              <a:rPr lang="en-US" sz="2200" dirty="0">
                <a:latin typeface="Times New Roman" panose="02020603050405020304" pitchFamily="18" charset="0"/>
              </a:rPr>
              <a:t>; </a:t>
            </a:r>
            <a:r>
              <a:rPr lang="en-US" sz="2200" dirty="0" err="1">
                <a:latin typeface="Times New Roman" panose="02020603050405020304" pitchFamily="18" charset="0"/>
              </a:rPr>
              <a:t>Họ</a:t>
            </a:r>
            <a:r>
              <a:rPr lang="en-US" sz="2200" dirty="0">
                <a:latin typeface="Times New Roman" panose="02020603050405020304" pitchFamily="18" charset="0"/>
              </a:rPr>
              <a:t> </a:t>
            </a:r>
            <a:r>
              <a:rPr lang="en-US" sz="2200" dirty="0" err="1">
                <a:latin typeface="Times New Roman" panose="02020603050405020304" pitchFamily="18" charset="0"/>
              </a:rPr>
              <a:t>và</a:t>
            </a:r>
            <a:r>
              <a:rPr lang="en-US" sz="2200" dirty="0">
                <a:latin typeface="Times New Roman" panose="02020603050405020304" pitchFamily="18" charset="0"/>
              </a:rPr>
              <a:t> </a:t>
            </a:r>
            <a:r>
              <a:rPr lang="en-US" sz="2200" dirty="0" err="1">
                <a:latin typeface="Times New Roman" panose="02020603050405020304" pitchFamily="18" charset="0"/>
              </a:rPr>
              <a:t>tên</a:t>
            </a:r>
            <a:r>
              <a:rPr lang="en-US" sz="2200" dirty="0">
                <a:latin typeface="Times New Roman" panose="02020603050405020304" pitchFamily="18" charset="0"/>
              </a:rPr>
              <a:t>; </a:t>
            </a:r>
            <a:r>
              <a:rPr lang="en-US" sz="2200" dirty="0" err="1">
                <a:latin typeface="Times New Roman" panose="02020603050405020304" pitchFamily="18" charset="0"/>
              </a:rPr>
              <a:t>Ngày</a:t>
            </a:r>
            <a:r>
              <a:rPr lang="en-US" sz="2200" dirty="0">
                <a:latin typeface="Times New Roman" panose="02020603050405020304" pitchFamily="18" charset="0"/>
              </a:rPr>
              <a:t> </a:t>
            </a:r>
            <a:r>
              <a:rPr lang="en-US" sz="2200" dirty="0" err="1">
                <a:latin typeface="Times New Roman" panose="02020603050405020304" pitchFamily="18" charset="0"/>
              </a:rPr>
              <a:t>tháng</a:t>
            </a:r>
            <a:r>
              <a:rPr lang="en-US" sz="2200" dirty="0">
                <a:latin typeface="Times New Roman" panose="02020603050405020304" pitchFamily="18" charset="0"/>
              </a:rPr>
              <a:t> </a:t>
            </a:r>
            <a:r>
              <a:rPr lang="en-US" sz="2200" dirty="0" err="1">
                <a:latin typeface="Times New Roman" panose="02020603050405020304" pitchFamily="18" charset="0"/>
              </a:rPr>
              <a:t>năm</a:t>
            </a:r>
            <a:r>
              <a:rPr lang="en-US" sz="2200" dirty="0">
                <a:latin typeface="Times New Roman" panose="02020603050405020304" pitchFamily="18" charset="0"/>
              </a:rPr>
              <a:t> </a:t>
            </a:r>
            <a:r>
              <a:rPr lang="en-US" sz="2200" dirty="0" err="1">
                <a:latin typeface="Times New Roman" panose="02020603050405020304" pitchFamily="18" charset="0"/>
              </a:rPr>
              <a:t>sinh</a:t>
            </a:r>
            <a:r>
              <a:rPr lang="en-US" sz="2200" dirty="0">
                <a:latin typeface="Times New Roman" panose="02020603050405020304" pitchFamily="18" charset="0"/>
              </a:rPr>
              <a:t>; </a:t>
            </a:r>
            <a:r>
              <a:rPr lang="en-US" sz="2200" dirty="0" err="1">
                <a:latin typeface="Times New Roman" panose="02020603050405020304" pitchFamily="18" charset="0"/>
              </a:rPr>
              <a:t>Giới</a:t>
            </a:r>
            <a:r>
              <a:rPr lang="en-US" sz="2200" dirty="0">
                <a:latin typeface="Times New Roman" panose="02020603050405020304" pitchFamily="18" charset="0"/>
              </a:rPr>
              <a:t> </a:t>
            </a:r>
            <a:r>
              <a:rPr lang="en-US" sz="2200" dirty="0" err="1">
                <a:latin typeface="Times New Roman" panose="02020603050405020304" pitchFamily="18" charset="0"/>
              </a:rPr>
              <a:t>tính</a:t>
            </a:r>
            <a:r>
              <a:rPr lang="en-US" sz="2200" dirty="0">
                <a:latin typeface="Times New Roman" panose="02020603050405020304" pitchFamily="18" charset="0"/>
              </a:rPr>
              <a:t>; </a:t>
            </a:r>
            <a:r>
              <a:rPr lang="en-US" sz="2200" dirty="0" err="1">
                <a:latin typeface="Times New Roman" panose="02020603050405020304" pitchFamily="18" charset="0"/>
              </a:rPr>
              <a:t>Địa</a:t>
            </a:r>
            <a:r>
              <a:rPr lang="en-US" sz="2200" dirty="0">
                <a:latin typeface="Times New Roman" panose="02020603050405020304" pitchFamily="18" charset="0"/>
              </a:rPr>
              <a:t> </a:t>
            </a:r>
            <a:r>
              <a:rPr lang="en-US" sz="2200" dirty="0" err="1">
                <a:latin typeface="Times New Roman" panose="02020603050405020304" pitchFamily="18" charset="0"/>
              </a:rPr>
              <a:t>chỉ</a:t>
            </a:r>
            <a:r>
              <a:rPr lang="en-US" sz="2200" dirty="0">
                <a:latin typeface="Times New Roman" panose="02020603050405020304" pitchFamily="18" charset="0"/>
              </a:rPr>
              <a:t> </a:t>
            </a:r>
            <a:r>
              <a:rPr lang="en-US" sz="2200" dirty="0" err="1">
                <a:latin typeface="Times New Roman" panose="02020603050405020304" pitchFamily="18" charset="0"/>
              </a:rPr>
              <a:t>cư</a:t>
            </a:r>
            <a:r>
              <a:rPr lang="en-US" sz="2200" dirty="0">
                <a:latin typeface="Times New Roman" panose="02020603050405020304" pitchFamily="18" charset="0"/>
              </a:rPr>
              <a:t> </a:t>
            </a:r>
            <a:r>
              <a:rPr lang="en-US" sz="2200" dirty="0" err="1">
                <a:latin typeface="Times New Roman" panose="02020603050405020304" pitchFamily="18" charset="0"/>
              </a:rPr>
              <a:t>trú</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a:latin typeface="Times New Roman" panose="02020603050405020304" pitchFamily="18" charset="0"/>
              </a:rPr>
              <a:t>Trường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người</a:t>
            </a:r>
            <a:r>
              <a:rPr lang="en-US" sz="2200" dirty="0">
                <a:latin typeface="Times New Roman" panose="02020603050405020304" pitchFamily="18" charset="0"/>
              </a:rPr>
              <a:t> </a:t>
            </a:r>
            <a:r>
              <a:rPr lang="en-US" sz="2200" dirty="0" err="1">
                <a:latin typeface="Times New Roman" panose="02020603050405020304" pitchFamily="18" charset="0"/>
              </a:rPr>
              <a:t>dân</a:t>
            </a:r>
            <a:r>
              <a:rPr lang="en-US" sz="2200" dirty="0">
                <a:latin typeface="Times New Roman" panose="02020603050405020304" pitchFamily="18" charset="0"/>
              </a:rPr>
              <a:t> </a:t>
            </a:r>
            <a:r>
              <a:rPr lang="en-US" sz="2200" dirty="0" err="1">
                <a:latin typeface="Times New Roman" panose="02020603050405020304" pitchFamily="18" charset="0"/>
              </a:rPr>
              <a:t>chưa</a:t>
            </a:r>
            <a:r>
              <a:rPr lang="en-US" sz="2200" dirty="0">
                <a:latin typeface="Times New Roman" panose="02020603050405020304" pitchFamily="18" charset="0"/>
              </a:rPr>
              <a:t> </a:t>
            </a:r>
            <a:r>
              <a:rPr lang="en-US" sz="2200" dirty="0" err="1">
                <a:latin typeface="Times New Roman" panose="02020603050405020304" pitchFamily="18" charset="0"/>
              </a:rPr>
              <a:t>có</a:t>
            </a:r>
            <a:r>
              <a:rPr lang="en-US" sz="2200" dirty="0">
                <a:latin typeface="Times New Roman" panose="02020603050405020304" pitchFamily="18" charset="0"/>
              </a:rPr>
              <a:t> </a:t>
            </a:r>
            <a:r>
              <a:rPr lang="en-US" sz="2200" dirty="0" err="1">
                <a:latin typeface="Times New Roman" panose="02020603050405020304" pitchFamily="18" charset="0"/>
              </a:rPr>
              <a:t>số</a:t>
            </a:r>
            <a:r>
              <a:rPr lang="en-US" sz="2200" dirty="0">
                <a:latin typeface="Times New Roman" panose="02020603050405020304" pitchFamily="18" charset="0"/>
              </a:rPr>
              <a:t> </a:t>
            </a:r>
            <a:r>
              <a:rPr lang="en-US" sz="2200" dirty="0" err="1">
                <a:latin typeface="Times New Roman" panose="02020603050405020304" pitchFamily="18" charset="0"/>
              </a:rPr>
              <a:t>định</a:t>
            </a:r>
            <a:r>
              <a:rPr lang="en-US" sz="2200" dirty="0">
                <a:latin typeface="Times New Roman" panose="02020603050405020304" pitchFamily="18" charset="0"/>
              </a:rPr>
              <a:t> </a:t>
            </a:r>
            <a:r>
              <a:rPr lang="en-US" sz="2200" dirty="0" err="1">
                <a:latin typeface="Times New Roman" panose="02020603050405020304" pitchFamily="18" charset="0"/>
              </a:rPr>
              <a:t>danh</a:t>
            </a:r>
            <a:r>
              <a:rPr lang="en-US" sz="2200" dirty="0">
                <a:latin typeface="Times New Roman" panose="02020603050405020304" pitchFamily="18" charset="0"/>
              </a:rPr>
              <a:t> </a:t>
            </a:r>
            <a:r>
              <a:rPr lang="en-US" sz="2200" dirty="0" err="1">
                <a:latin typeface="Times New Roman" panose="02020603050405020304" pitchFamily="18" charset="0"/>
              </a:rPr>
              <a:t>cá</a:t>
            </a:r>
            <a:r>
              <a:rPr lang="en-US" sz="2200" dirty="0">
                <a:latin typeface="Times New Roman" panose="02020603050405020304" pitchFamily="18" charset="0"/>
              </a:rPr>
              <a:t> </a:t>
            </a:r>
            <a:r>
              <a:rPr lang="en-US" sz="2200" dirty="0" err="1">
                <a:latin typeface="Times New Roman" panose="02020603050405020304" pitchFamily="18" charset="0"/>
              </a:rPr>
              <a:t>nhân</a:t>
            </a:r>
            <a:r>
              <a:rPr lang="en-US" sz="2200" dirty="0">
                <a:latin typeface="Times New Roman" panose="02020603050405020304" pitchFamily="18" charset="0"/>
              </a:rPr>
              <a:t> </a:t>
            </a:r>
            <a:r>
              <a:rPr lang="en-US" sz="2200" dirty="0" err="1">
                <a:latin typeface="Times New Roman" panose="02020603050405020304" pitchFamily="18" charset="0"/>
              </a:rPr>
              <a:t>hoặc</a:t>
            </a:r>
            <a:r>
              <a:rPr lang="en-US" sz="2200" dirty="0">
                <a:latin typeface="Times New Roman" panose="02020603050405020304" pitchFamily="18" charset="0"/>
              </a:rPr>
              <a:t> </a:t>
            </a:r>
            <a:r>
              <a:rPr lang="en-US" sz="2200" dirty="0" err="1">
                <a:latin typeface="Times New Roman" panose="02020603050405020304" pitchFamily="18" charset="0"/>
              </a:rPr>
              <a:t>thông</a:t>
            </a:r>
            <a:r>
              <a:rPr lang="en-US" sz="2200" dirty="0">
                <a:latin typeface="Times New Roman" panose="02020603050405020304" pitchFamily="18" charset="0"/>
              </a:rPr>
              <a:t> tin </a:t>
            </a:r>
            <a:r>
              <a:rPr lang="en-US" sz="2200" dirty="0" err="1">
                <a:latin typeface="Times New Roman" panose="02020603050405020304" pitchFamily="18" charset="0"/>
              </a:rPr>
              <a:t>chưa</a:t>
            </a:r>
            <a:r>
              <a:rPr lang="en-US" sz="2200" dirty="0">
                <a:latin typeface="Times New Roman" panose="02020603050405020304" pitchFamily="18" charset="0"/>
              </a:rPr>
              <a:t> </a:t>
            </a:r>
            <a:r>
              <a:rPr lang="en-US" sz="2200" dirty="0" err="1">
                <a:latin typeface="Times New Roman" panose="02020603050405020304" pitchFamily="18" charset="0"/>
              </a:rPr>
              <a:t>chính</a:t>
            </a:r>
            <a:r>
              <a:rPr lang="en-US" sz="2200" dirty="0">
                <a:latin typeface="Times New Roman" panose="02020603050405020304" pitchFamily="18" charset="0"/>
              </a:rPr>
              <a:t> </a:t>
            </a:r>
            <a:r>
              <a:rPr lang="en-US" sz="2200" dirty="0" err="1">
                <a:latin typeface="Times New Roman" panose="02020603050405020304" pitchFamily="18" charset="0"/>
              </a:rPr>
              <a:t>xác</a:t>
            </a:r>
            <a:r>
              <a:rPr lang="en-US" sz="2200" dirty="0">
                <a:latin typeface="Times New Roman" panose="02020603050405020304" pitchFamily="18" charset="0"/>
              </a:rPr>
              <a:t>, </a:t>
            </a:r>
            <a:r>
              <a:rPr lang="en-US" sz="2200" dirty="0" err="1">
                <a:latin typeface="Times New Roman" panose="02020603050405020304" pitchFamily="18" charset="0"/>
              </a:rPr>
              <a:t>cơ</a:t>
            </a:r>
            <a:r>
              <a:rPr lang="en-US" sz="2200" dirty="0">
                <a:latin typeface="Times New Roman" panose="02020603050405020304" pitchFamily="18" charset="0"/>
              </a:rPr>
              <a:t> </a:t>
            </a:r>
            <a:r>
              <a:rPr lang="en-US" sz="2200" dirty="0" err="1">
                <a:latin typeface="Times New Roman" panose="02020603050405020304" pitchFamily="18" charset="0"/>
              </a:rPr>
              <a:t>sở</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bệnh</a:t>
            </a:r>
            <a:r>
              <a:rPr lang="en-US" sz="2200" dirty="0">
                <a:latin typeface="Times New Roman" panose="02020603050405020304" pitchFamily="18" charset="0"/>
              </a:rPr>
              <a:t>, </a:t>
            </a:r>
            <a:r>
              <a:rPr lang="en-US" sz="2200" dirty="0" err="1">
                <a:latin typeface="Times New Roman" panose="02020603050405020304" pitchFamily="18" charset="0"/>
              </a:rPr>
              <a:t>chữa</a:t>
            </a:r>
            <a:r>
              <a:rPr lang="en-US" sz="2200" dirty="0">
                <a:latin typeface="Times New Roman" panose="02020603050405020304" pitchFamily="18" charset="0"/>
              </a:rPr>
              <a:t> </a:t>
            </a:r>
            <a:r>
              <a:rPr lang="en-US" sz="2200" dirty="0" err="1">
                <a:latin typeface="Times New Roman" panose="02020603050405020304" pitchFamily="18" charset="0"/>
              </a:rPr>
              <a:t>bệnh</a:t>
            </a:r>
            <a:r>
              <a:rPr lang="en-US"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 </a:t>
            </a:r>
            <a:r>
              <a:rPr lang="en-US" sz="2200" dirty="0" err="1">
                <a:latin typeface="Times New Roman" panose="02020603050405020304" pitchFamily="18" charset="0"/>
              </a:rPr>
              <a:t>cập</a:t>
            </a:r>
            <a:r>
              <a:rPr lang="en-US" sz="2200" dirty="0">
                <a:latin typeface="Times New Roman" panose="02020603050405020304" pitchFamily="18" charset="0"/>
              </a:rPr>
              <a:t> </a:t>
            </a:r>
            <a:r>
              <a:rPr lang="en-US" sz="2200" dirty="0" err="1">
                <a:latin typeface="Times New Roman" panose="02020603050405020304" pitchFamily="18" charset="0"/>
              </a:rPr>
              <a:t>nhật</a:t>
            </a:r>
            <a:r>
              <a:rPr lang="en-US" sz="2200" dirty="0">
                <a:latin typeface="Times New Roman" panose="02020603050405020304" pitchFamily="18" charset="0"/>
              </a:rPr>
              <a:t> </a:t>
            </a:r>
            <a:r>
              <a:rPr lang="en-US" sz="2200" dirty="0" err="1">
                <a:latin typeface="Times New Roman" panose="02020603050405020304" pitchFamily="18" charset="0"/>
              </a:rPr>
              <a:t>theo</a:t>
            </a:r>
            <a:r>
              <a:rPr lang="en-US" sz="2200" dirty="0">
                <a:latin typeface="Times New Roman" panose="02020603050405020304" pitchFamily="18" charset="0"/>
              </a:rPr>
              <a:t> </a:t>
            </a:r>
            <a:r>
              <a:rPr lang="en-US" sz="2200" dirty="0" err="1">
                <a:latin typeface="Times New Roman" panose="02020603050405020304" pitchFamily="18" charset="0"/>
              </a:rPr>
              <a:t>giấy</a:t>
            </a:r>
            <a:r>
              <a:rPr lang="en-US" sz="2200" dirty="0">
                <a:latin typeface="Times New Roman" panose="02020603050405020304" pitchFamily="18" charset="0"/>
              </a:rPr>
              <a:t> </a:t>
            </a:r>
            <a:r>
              <a:rPr lang="en-US" sz="2200" dirty="0" err="1">
                <a:latin typeface="Times New Roman" panose="02020603050405020304" pitchFamily="18" charset="0"/>
              </a:rPr>
              <a:t>tờ</a:t>
            </a:r>
            <a:r>
              <a:rPr lang="en-US" sz="2200" dirty="0">
                <a:latin typeface="Times New Roman" panose="02020603050405020304" pitchFamily="18" charset="0"/>
              </a:rPr>
              <a:t>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pháp</a:t>
            </a:r>
            <a:r>
              <a:rPr lang="en-US" sz="2200" dirty="0">
                <a:latin typeface="Times New Roman" panose="02020603050405020304" pitchFamily="18" charset="0"/>
              </a:rPr>
              <a:t> do </a:t>
            </a:r>
            <a:r>
              <a:rPr lang="en-US" sz="2200" dirty="0" err="1">
                <a:latin typeface="Times New Roman" panose="02020603050405020304" pitchFamily="18" charset="0"/>
              </a:rPr>
              <a:t>người</a:t>
            </a:r>
            <a:r>
              <a:rPr lang="en-US" sz="2200" dirty="0">
                <a:latin typeface="Times New Roman" panose="02020603050405020304" pitchFamily="18" charset="0"/>
              </a:rPr>
              <a:t> </a:t>
            </a:r>
            <a:r>
              <a:rPr lang="en-US" sz="2200" dirty="0" err="1">
                <a:latin typeface="Times New Roman" panose="02020603050405020304" pitchFamily="18" charset="0"/>
              </a:rPr>
              <a:t>dân</a:t>
            </a:r>
            <a:r>
              <a:rPr lang="en-US" sz="2200" dirty="0">
                <a:latin typeface="Times New Roman" panose="02020603050405020304" pitchFamily="18" charset="0"/>
              </a:rPr>
              <a:t> </a:t>
            </a:r>
            <a:r>
              <a:rPr lang="en-US" sz="2200" dirty="0" err="1">
                <a:latin typeface="Times New Roman" panose="02020603050405020304" pitchFamily="18" charset="0"/>
              </a:rPr>
              <a:t>cung</a:t>
            </a:r>
            <a:r>
              <a:rPr lang="en-US" sz="2200" dirty="0">
                <a:latin typeface="Times New Roman" panose="02020603050405020304" pitchFamily="18" charset="0"/>
              </a:rPr>
              <a:t> </a:t>
            </a:r>
            <a:r>
              <a:rPr lang="en-US" sz="2200" dirty="0" err="1">
                <a:latin typeface="Times New Roman" panose="02020603050405020304" pitchFamily="18" charset="0"/>
              </a:rPr>
              <a:t>cấp</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err="1">
                <a:latin typeface="Times New Roman" panose="02020603050405020304" pitchFamily="18" charset="0"/>
              </a:rPr>
              <a:t>Hệ</a:t>
            </a:r>
            <a:r>
              <a:rPr lang="en-US" sz="2200" dirty="0">
                <a:latin typeface="Times New Roman" panose="02020603050405020304" pitchFamily="18" charset="0"/>
              </a:rPr>
              <a:t> </a:t>
            </a:r>
            <a:r>
              <a:rPr lang="en-US" sz="2200" dirty="0" err="1">
                <a:latin typeface="Times New Roman" panose="02020603050405020304" pitchFamily="18" charset="0"/>
              </a:rPr>
              <a:t>thống</a:t>
            </a:r>
            <a:r>
              <a:rPr lang="en-US" sz="2200" dirty="0">
                <a:latin typeface="Times New Roman" panose="02020603050405020304" pitchFamily="18" charset="0"/>
              </a:rPr>
              <a:t> </a:t>
            </a:r>
            <a:r>
              <a:rPr lang="en-US" sz="2200" dirty="0" err="1">
                <a:latin typeface="Times New Roman" panose="02020603050405020304" pitchFamily="18" charset="0"/>
              </a:rPr>
              <a:t>kiểm</a:t>
            </a:r>
            <a:r>
              <a:rPr lang="en-US" sz="2200" dirty="0">
                <a:latin typeface="Times New Roman" panose="02020603050405020304" pitchFamily="18" charset="0"/>
              </a:rPr>
              <a:t> </a:t>
            </a:r>
            <a:r>
              <a:rPr lang="en-US" sz="2200" dirty="0" err="1">
                <a:latin typeface="Times New Roman" panose="02020603050405020304" pitchFamily="18" charset="0"/>
              </a:rPr>
              <a:t>tra</a:t>
            </a:r>
            <a:r>
              <a:rPr lang="en-US" sz="2200" dirty="0">
                <a:latin typeface="Times New Roman" panose="02020603050405020304" pitchFamily="18" charset="0"/>
              </a:rPr>
              <a:t> </a:t>
            </a:r>
            <a:r>
              <a:rPr lang="en-US" sz="2200" dirty="0" err="1">
                <a:latin typeface="Times New Roman" panose="02020603050405020304" pitchFamily="18" charset="0"/>
              </a:rPr>
              <a:t>sự</a:t>
            </a:r>
            <a:r>
              <a:rPr lang="en-US" sz="2200" dirty="0">
                <a:latin typeface="Times New Roman" panose="02020603050405020304" pitchFamily="18" charset="0"/>
              </a:rPr>
              <a:t> </a:t>
            </a:r>
            <a:r>
              <a:rPr lang="en-US" sz="2200" dirty="0" err="1">
                <a:latin typeface="Times New Roman" panose="02020603050405020304" pitchFamily="18" charset="0"/>
              </a:rPr>
              <a:t>tồn</a:t>
            </a:r>
            <a:r>
              <a:rPr lang="en-US" sz="2200" dirty="0">
                <a:latin typeface="Times New Roman" panose="02020603050405020304" pitchFamily="18" charset="0"/>
              </a:rPr>
              <a:t> </a:t>
            </a:r>
            <a:r>
              <a:rPr lang="en-US" sz="2200" dirty="0" err="1">
                <a:latin typeface="Times New Roman" panose="02020603050405020304" pitchFamily="18" charset="0"/>
              </a:rPr>
              <a:t>tại</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Sổ</a:t>
            </a:r>
            <a:r>
              <a:rPr lang="vi-VN" sz="2200" dirty="0">
                <a:latin typeface="Times New Roman" panose="02020603050405020304" pitchFamily="18" charset="0"/>
              </a:rPr>
              <a:t> Sức khoẻ điện tử </a:t>
            </a:r>
            <a:r>
              <a:rPr lang="en-US" sz="2200" dirty="0" err="1">
                <a:latin typeface="Times New Roman" panose="02020603050405020304" pitchFamily="18" charset="0"/>
              </a:rPr>
              <a:t>trên</a:t>
            </a:r>
            <a:r>
              <a:rPr lang="en-US" sz="2200" dirty="0">
                <a:latin typeface="Times New Roman" panose="02020603050405020304" pitchFamily="18" charset="0"/>
              </a:rPr>
              <a:t> </a:t>
            </a:r>
            <a:r>
              <a:rPr lang="en-US" sz="2200" dirty="0" err="1">
                <a:latin typeface="Times New Roman" panose="02020603050405020304" pitchFamily="18" charset="0"/>
              </a:rPr>
              <a:t>Cổng</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a:t>
            </a:r>
          </a:p>
        </p:txBody>
      </p:sp>
    </p:spTree>
    <p:extLst>
      <p:ext uri="{BB962C8B-B14F-4D97-AF65-F5344CB8AC3E}">
        <p14:creationId xmlns:p14="http://schemas.microsoft.com/office/powerpoint/2010/main" val="1294690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518AA6CE-B074-8EB3-6C2F-B8C3F7CF24EF}"/>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5A629410-8C9E-705E-BA2E-40C3AAD23925}"/>
              </a:ext>
            </a:extLst>
          </p:cNvPr>
          <p:cNvSpPr txBox="1">
            <a:spLocks/>
          </p:cNvSpPr>
          <p:nvPr/>
        </p:nvSpPr>
        <p:spPr>
          <a:xfrm>
            <a:off x="1365726" y="0"/>
            <a:ext cx="6412500" cy="11098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Times New Roman" panose="02020603050405020304" pitchFamily="18" charset="0"/>
                <a:cs typeface="Times New Roman" panose="02020603050405020304" pitchFamily="18" charset="0"/>
              </a:rPr>
              <a:t>THU THẬP, CẬP NHẬT DỮ LIỆU</a:t>
            </a:r>
          </a:p>
        </p:txBody>
      </p:sp>
      <p:sp>
        <p:nvSpPr>
          <p:cNvPr id="2" name="TextBox 1">
            <a:extLst>
              <a:ext uri="{FF2B5EF4-FFF2-40B4-BE49-F238E27FC236}">
                <a16:creationId xmlns:a16="http://schemas.microsoft.com/office/drawing/2014/main" xmlns="" id="{18F05B5E-349C-EEFD-E879-8BDFD88B8CB3}"/>
              </a:ext>
            </a:extLst>
          </p:cNvPr>
          <p:cNvSpPr txBox="1"/>
          <p:nvPr/>
        </p:nvSpPr>
        <p:spPr>
          <a:xfrm>
            <a:off x="103518" y="1123180"/>
            <a:ext cx="9040482" cy="3816429"/>
          </a:xfrm>
          <a:prstGeom prst="rect">
            <a:avLst/>
          </a:prstGeom>
          <a:noFill/>
        </p:spPr>
        <p:txBody>
          <a:bodyPr wrap="square">
            <a:spAutoFit/>
          </a:bodyPr>
          <a:lstStyle/>
          <a:p>
            <a:r>
              <a:rPr lang="en-US" sz="2200" b="1" dirty="0" err="1">
                <a:latin typeface="Times New Roman" panose="02020603050405020304" pitchFamily="18" charset="0"/>
              </a:rPr>
              <a:t>Bước</a:t>
            </a:r>
            <a:r>
              <a:rPr lang="en-US" sz="2200" b="1" dirty="0">
                <a:latin typeface="Times New Roman" panose="02020603050405020304" pitchFamily="18" charset="0"/>
              </a:rPr>
              <a:t> 2. </a:t>
            </a:r>
            <a:r>
              <a:rPr lang="en-US" sz="2200" b="1" dirty="0" err="1">
                <a:latin typeface="Times New Roman" panose="02020603050405020304" pitchFamily="18" charset="0"/>
              </a:rPr>
              <a:t>Thực</a:t>
            </a:r>
            <a:r>
              <a:rPr lang="en-US" sz="2200" b="1" dirty="0">
                <a:latin typeface="Times New Roman" panose="02020603050405020304" pitchFamily="18" charset="0"/>
              </a:rPr>
              <a:t> </a:t>
            </a:r>
            <a:r>
              <a:rPr lang="en-US" sz="2200" b="1" dirty="0" err="1">
                <a:latin typeface="Times New Roman" panose="02020603050405020304" pitchFamily="18" charset="0"/>
              </a:rPr>
              <a:t>hiện</a:t>
            </a:r>
            <a:r>
              <a:rPr lang="en-US" sz="2200" b="1" dirty="0">
                <a:latin typeface="Times New Roman" panose="02020603050405020304" pitchFamily="18" charset="0"/>
              </a:rPr>
              <a:t> </a:t>
            </a:r>
            <a:r>
              <a:rPr lang="en-US" sz="2200" b="1" dirty="0" err="1">
                <a:latin typeface="Times New Roman" panose="02020603050405020304" pitchFamily="18" charset="0"/>
              </a:rPr>
              <a:t>khám</a:t>
            </a:r>
            <a:r>
              <a:rPr lang="en-US" sz="2200" b="1" dirty="0">
                <a:latin typeface="Times New Roman" panose="02020603050405020304" pitchFamily="18" charset="0"/>
              </a:rPr>
              <a:t> </a:t>
            </a:r>
            <a:r>
              <a:rPr lang="en-US" sz="2200" b="1" dirty="0" err="1">
                <a:latin typeface="Times New Roman" panose="02020603050405020304" pitchFamily="18" charset="0"/>
              </a:rPr>
              <a:t>sức</a:t>
            </a:r>
            <a:r>
              <a:rPr lang="en-US" sz="2200" b="1" dirty="0">
                <a:latin typeface="Times New Roman" panose="02020603050405020304" pitchFamily="18" charset="0"/>
              </a:rPr>
              <a:t> </a:t>
            </a:r>
            <a:r>
              <a:rPr lang="en-US" sz="2200" b="1" dirty="0" err="1">
                <a:latin typeface="Times New Roman" panose="02020603050405020304" pitchFamily="18" charset="0"/>
              </a:rPr>
              <a:t>khỏe</a:t>
            </a:r>
            <a:endParaRPr lang="en-US" sz="2200" b="1" dirty="0">
              <a:latin typeface="Times New Roman" panose="02020603050405020304" pitchFamily="18" charset="0"/>
            </a:endParaRPr>
          </a:p>
          <a:p>
            <a:r>
              <a:rPr lang="vi-VN" sz="2200" dirty="0">
                <a:latin typeface="Times New Roman" panose="02020603050405020304" pitchFamily="18" charset="0"/>
              </a:rPr>
              <a:t>- </a:t>
            </a:r>
            <a:r>
              <a:rPr lang="en-US" sz="2200" dirty="0" err="1">
                <a:latin typeface="Times New Roman" panose="02020603050405020304" pitchFamily="18" charset="0"/>
              </a:rPr>
              <a:t>Cơ</a:t>
            </a:r>
            <a:r>
              <a:rPr lang="en-US" sz="2200" dirty="0">
                <a:latin typeface="Times New Roman" panose="02020603050405020304" pitchFamily="18" charset="0"/>
              </a:rPr>
              <a:t> </a:t>
            </a:r>
            <a:r>
              <a:rPr lang="en-US" sz="2200" dirty="0" err="1">
                <a:latin typeface="Times New Roman" panose="02020603050405020304" pitchFamily="18" charset="0"/>
              </a:rPr>
              <a:t>sở</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bệnh</a:t>
            </a:r>
            <a:r>
              <a:rPr lang="en-US" sz="2200" dirty="0">
                <a:latin typeface="Times New Roman" panose="02020603050405020304" pitchFamily="18" charset="0"/>
              </a:rPr>
              <a:t>, </a:t>
            </a:r>
            <a:r>
              <a:rPr lang="en-US" sz="2200" dirty="0" err="1">
                <a:latin typeface="Times New Roman" panose="02020603050405020304" pitchFamily="18" charset="0"/>
              </a:rPr>
              <a:t>chữa</a:t>
            </a:r>
            <a:r>
              <a:rPr lang="en-US" sz="2200" dirty="0">
                <a:latin typeface="Times New Roman" panose="02020603050405020304" pitchFamily="18" charset="0"/>
              </a:rPr>
              <a:t> </a:t>
            </a:r>
            <a:r>
              <a:rPr lang="en-US" sz="2200" dirty="0" err="1">
                <a:latin typeface="Times New Roman" panose="02020603050405020304" pitchFamily="18" charset="0"/>
              </a:rPr>
              <a:t>bệnh</a:t>
            </a:r>
            <a:r>
              <a:rPr lang="en-US"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en-US" sz="2200" dirty="0" err="1">
                <a:latin typeface="Times New Roman" panose="02020603050405020304" pitchFamily="18" charset="0"/>
              </a:rPr>
              <a:t>theo</a:t>
            </a:r>
            <a:r>
              <a:rPr lang="en-US" sz="2200" dirty="0">
                <a:latin typeface="Times New Roman" panose="02020603050405020304" pitchFamily="18" charset="0"/>
              </a:rPr>
              <a:t> </a:t>
            </a:r>
            <a:r>
              <a:rPr lang="en-US" sz="2200" dirty="0" err="1">
                <a:latin typeface="Times New Roman" panose="02020603050405020304" pitchFamily="18" charset="0"/>
              </a:rPr>
              <a:t>hướng</a:t>
            </a:r>
            <a:r>
              <a:rPr lang="en-US" sz="2200" dirty="0">
                <a:latin typeface="Times New Roman" panose="02020603050405020304" pitchFamily="18" charset="0"/>
              </a:rPr>
              <a:t> </a:t>
            </a:r>
            <a:r>
              <a:rPr lang="en-US" sz="2200" dirty="0" err="1">
                <a:latin typeface="Times New Roman" panose="02020603050405020304" pitchFamily="18" charset="0"/>
              </a:rPr>
              <a:t>dẫn</a:t>
            </a:r>
            <a:r>
              <a:rPr lang="en-US" sz="2200" dirty="0">
                <a:latin typeface="Times New Roman" panose="02020603050405020304" pitchFamily="18" charset="0"/>
              </a:rPr>
              <a:t> </a:t>
            </a:r>
            <a:r>
              <a:rPr lang="en-US" sz="2200" dirty="0" err="1">
                <a:latin typeface="Times New Roman" panose="02020603050405020304" pitchFamily="18" charset="0"/>
              </a:rPr>
              <a:t>chuyên</a:t>
            </a:r>
            <a:r>
              <a:rPr lang="en-US" sz="2200" dirty="0">
                <a:latin typeface="Times New Roman" panose="02020603050405020304" pitchFamily="18" charset="0"/>
              </a:rPr>
              <a:t> </a:t>
            </a:r>
            <a:r>
              <a:rPr lang="en-US" sz="2200" dirty="0" err="1">
                <a:latin typeface="Times New Roman" panose="02020603050405020304" pitchFamily="18" charset="0"/>
              </a:rPr>
              <a:t>môn</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Bộ</a:t>
            </a:r>
            <a:r>
              <a:rPr lang="en-US" sz="2200" dirty="0">
                <a:latin typeface="Times New Roman" panose="02020603050405020304" pitchFamily="18" charset="0"/>
              </a:rPr>
              <a:t> Y </a:t>
            </a:r>
            <a:r>
              <a:rPr lang="en-US" sz="2200" dirty="0" err="1">
                <a:latin typeface="Times New Roman" panose="02020603050405020304" pitchFamily="18" charset="0"/>
              </a:rPr>
              <a:t>tế</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err="1">
                <a:latin typeface="Times New Roman" panose="02020603050405020304" pitchFamily="18" charset="0"/>
              </a:rPr>
              <a:t>Nội</a:t>
            </a:r>
            <a:r>
              <a:rPr lang="en-US" sz="2200" dirty="0">
                <a:latin typeface="Times New Roman" panose="02020603050405020304" pitchFamily="18" charset="0"/>
              </a:rPr>
              <a:t> dung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 </a:t>
            </a:r>
            <a:r>
              <a:rPr lang="en-US" sz="2200" dirty="0" err="1">
                <a:latin typeface="Times New Roman" panose="02020603050405020304" pitchFamily="18" charset="0"/>
              </a:rPr>
              <a:t>theo</a:t>
            </a:r>
            <a:r>
              <a:rPr lang="en-US" sz="2200" dirty="0">
                <a:latin typeface="Times New Roman" panose="02020603050405020304" pitchFamily="18" charset="0"/>
              </a:rPr>
              <a:t> </a:t>
            </a:r>
            <a:r>
              <a:rPr lang="en-US" sz="2200" dirty="0" err="1">
                <a:latin typeface="Times New Roman" panose="02020603050405020304" pitchFamily="18" charset="0"/>
              </a:rPr>
              <a:t>từng</a:t>
            </a:r>
            <a:r>
              <a:rPr lang="en-US" sz="2200" dirty="0">
                <a:latin typeface="Times New Roman" panose="02020603050405020304" pitchFamily="18" charset="0"/>
              </a:rPr>
              <a:t> </a:t>
            </a:r>
            <a:r>
              <a:rPr lang="en-US" sz="2200" dirty="0" err="1">
                <a:latin typeface="Times New Roman" panose="02020603050405020304" pitchFamily="18" charset="0"/>
              </a:rPr>
              <a:t>nhóm</a:t>
            </a:r>
            <a:r>
              <a:rPr lang="en-US" sz="2200" dirty="0">
                <a:latin typeface="Times New Roman" panose="02020603050405020304" pitchFamily="18" charset="0"/>
              </a:rPr>
              <a:t> </a:t>
            </a:r>
            <a:r>
              <a:rPr lang="en-US" sz="2200" dirty="0" err="1">
                <a:latin typeface="Times New Roman" panose="02020603050405020304" pitchFamily="18" charset="0"/>
              </a:rPr>
              <a:t>đối</a:t>
            </a:r>
            <a:r>
              <a:rPr lang="en-US" sz="2200" dirty="0">
                <a:latin typeface="Times New Roman" panose="02020603050405020304" pitchFamily="18" charset="0"/>
              </a:rPr>
              <a:t> </a:t>
            </a:r>
            <a:r>
              <a:rPr lang="en-US" sz="2200" dirty="0" err="1">
                <a:latin typeface="Times New Roman" panose="02020603050405020304" pitchFamily="18" charset="0"/>
              </a:rPr>
              <a:t>tượng</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err="1">
                <a:latin typeface="Times New Roman" panose="02020603050405020304" pitchFamily="18" charset="0"/>
              </a:rPr>
              <a:t>Trẻ</a:t>
            </a:r>
            <a:r>
              <a:rPr lang="en-US" sz="2200" dirty="0">
                <a:latin typeface="Times New Roman" panose="02020603050405020304" pitchFamily="18" charset="0"/>
              </a:rPr>
              <a:t> </a:t>
            </a:r>
            <a:r>
              <a:rPr lang="en-US" sz="2200" dirty="0" err="1">
                <a:latin typeface="Times New Roman" panose="02020603050405020304" pitchFamily="18" charset="0"/>
              </a:rPr>
              <a:t>em</a:t>
            </a:r>
            <a:r>
              <a:rPr lang="en-US" sz="2200" dirty="0">
                <a:latin typeface="Times New Roman" panose="02020603050405020304" pitchFamily="18" charset="0"/>
              </a:rPr>
              <a:t> </a:t>
            </a:r>
            <a:r>
              <a:rPr lang="en-US" sz="2200" dirty="0" err="1">
                <a:latin typeface="Times New Roman" panose="02020603050405020304" pitchFamily="18" charset="0"/>
              </a:rPr>
              <a:t>dưới</a:t>
            </a:r>
            <a:r>
              <a:rPr lang="en-US" sz="2200" dirty="0">
                <a:latin typeface="Times New Roman" panose="02020603050405020304" pitchFamily="18" charset="0"/>
              </a:rPr>
              <a:t> 06 </a:t>
            </a:r>
            <a:r>
              <a:rPr lang="en-US" sz="2200" dirty="0" err="1">
                <a:latin typeface="Times New Roman" panose="02020603050405020304" pitchFamily="18" charset="0"/>
              </a:rPr>
              <a:t>tuổi</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err="1">
                <a:latin typeface="Times New Roman" panose="02020603050405020304" pitchFamily="18" charset="0"/>
              </a:rPr>
              <a:t>Người</a:t>
            </a:r>
            <a:r>
              <a:rPr lang="en-US" sz="2200" dirty="0">
                <a:latin typeface="Times New Roman" panose="02020603050405020304" pitchFamily="18" charset="0"/>
              </a:rPr>
              <a:t> </a:t>
            </a:r>
            <a:r>
              <a:rPr lang="en-US" sz="2200" dirty="0" err="1">
                <a:latin typeface="Times New Roman" panose="02020603050405020304" pitchFamily="18" charset="0"/>
              </a:rPr>
              <a:t>từ</a:t>
            </a:r>
            <a:r>
              <a:rPr lang="en-US" sz="2200" dirty="0">
                <a:latin typeface="Times New Roman" panose="02020603050405020304" pitchFamily="18" charset="0"/>
              </a:rPr>
              <a:t> </a:t>
            </a:r>
            <a:r>
              <a:rPr lang="en-US" sz="2200" dirty="0" err="1">
                <a:latin typeface="Times New Roman" panose="02020603050405020304" pitchFamily="18" charset="0"/>
              </a:rPr>
              <a:t>đủ</a:t>
            </a:r>
            <a:r>
              <a:rPr lang="en-US" sz="2200" dirty="0">
                <a:latin typeface="Times New Roman" panose="02020603050405020304" pitchFamily="18" charset="0"/>
              </a:rPr>
              <a:t> 06 </a:t>
            </a:r>
            <a:r>
              <a:rPr lang="en-US" sz="2200" dirty="0" err="1">
                <a:latin typeface="Times New Roman" panose="02020603050405020304" pitchFamily="18" charset="0"/>
              </a:rPr>
              <a:t>tuổi</a:t>
            </a:r>
            <a:r>
              <a:rPr lang="en-US" sz="2200" dirty="0">
                <a:latin typeface="Times New Roman" panose="02020603050405020304" pitchFamily="18" charset="0"/>
              </a:rPr>
              <a:t> </a:t>
            </a:r>
            <a:r>
              <a:rPr lang="en-US" sz="2200" dirty="0" err="1">
                <a:latin typeface="Times New Roman" panose="02020603050405020304" pitchFamily="18" charset="0"/>
              </a:rPr>
              <a:t>đến</a:t>
            </a:r>
            <a:r>
              <a:rPr lang="en-US" sz="2200" dirty="0">
                <a:latin typeface="Times New Roman" panose="02020603050405020304" pitchFamily="18" charset="0"/>
              </a:rPr>
              <a:t> </a:t>
            </a:r>
            <a:r>
              <a:rPr lang="en-US" sz="2200" dirty="0" err="1">
                <a:latin typeface="Times New Roman" panose="02020603050405020304" pitchFamily="18" charset="0"/>
              </a:rPr>
              <a:t>dưới</a:t>
            </a:r>
            <a:r>
              <a:rPr lang="en-US" sz="2200" dirty="0">
                <a:latin typeface="Times New Roman" panose="02020603050405020304" pitchFamily="18" charset="0"/>
              </a:rPr>
              <a:t> 18 </a:t>
            </a:r>
            <a:r>
              <a:rPr lang="en-US" sz="2200" dirty="0" err="1">
                <a:latin typeface="Times New Roman" panose="02020603050405020304" pitchFamily="18" charset="0"/>
              </a:rPr>
              <a:t>tuổi</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err="1">
                <a:latin typeface="Times New Roman" panose="02020603050405020304" pitchFamily="18" charset="0"/>
              </a:rPr>
              <a:t>Người</a:t>
            </a:r>
            <a:r>
              <a:rPr lang="en-US" sz="2200" dirty="0">
                <a:latin typeface="Times New Roman" panose="02020603050405020304" pitchFamily="18" charset="0"/>
              </a:rPr>
              <a:t> </a:t>
            </a:r>
            <a:r>
              <a:rPr lang="en-US" sz="2200" dirty="0" err="1">
                <a:latin typeface="Times New Roman" panose="02020603050405020304" pitchFamily="18" charset="0"/>
              </a:rPr>
              <a:t>từ</a:t>
            </a:r>
            <a:r>
              <a:rPr lang="en-US" sz="2200" dirty="0">
                <a:latin typeface="Times New Roman" panose="02020603050405020304" pitchFamily="18" charset="0"/>
              </a:rPr>
              <a:t> </a:t>
            </a:r>
            <a:r>
              <a:rPr lang="en-US" sz="2200" dirty="0" err="1">
                <a:latin typeface="Times New Roman" panose="02020603050405020304" pitchFamily="18" charset="0"/>
              </a:rPr>
              <a:t>đủ</a:t>
            </a:r>
            <a:r>
              <a:rPr lang="en-US" sz="2200" dirty="0">
                <a:latin typeface="Times New Roman" panose="02020603050405020304" pitchFamily="18" charset="0"/>
              </a:rPr>
              <a:t> 18 </a:t>
            </a:r>
            <a:r>
              <a:rPr lang="en-US" sz="2200" dirty="0" err="1">
                <a:latin typeface="Times New Roman" panose="02020603050405020304" pitchFamily="18" charset="0"/>
              </a:rPr>
              <a:t>tuổi</a:t>
            </a:r>
            <a:r>
              <a:rPr lang="en-US" sz="2200" dirty="0">
                <a:latin typeface="Times New Roman" panose="02020603050405020304" pitchFamily="18" charset="0"/>
              </a:rPr>
              <a:t> </a:t>
            </a:r>
            <a:r>
              <a:rPr lang="en-US" sz="2200" dirty="0" err="1">
                <a:latin typeface="Times New Roman" panose="02020603050405020304" pitchFamily="18" charset="0"/>
              </a:rPr>
              <a:t>trở</a:t>
            </a:r>
            <a:r>
              <a:rPr lang="en-US" sz="2200" dirty="0">
                <a:latin typeface="Times New Roman" panose="02020603050405020304" pitchFamily="18" charset="0"/>
              </a:rPr>
              <a:t> </a:t>
            </a:r>
            <a:r>
              <a:rPr lang="en-US" sz="2200" dirty="0" err="1">
                <a:latin typeface="Times New Roman" panose="02020603050405020304" pitchFamily="18" charset="0"/>
              </a:rPr>
              <a:t>lên</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a:latin typeface="Times New Roman" panose="02020603050405020304" pitchFamily="18" charset="0"/>
              </a:rPr>
              <a:t>Các </a:t>
            </a:r>
            <a:r>
              <a:rPr lang="en-US" sz="2200" dirty="0" err="1">
                <a:latin typeface="Times New Roman" panose="02020603050405020304" pitchFamily="18" charset="0"/>
              </a:rPr>
              <a:t>đối</a:t>
            </a:r>
            <a:r>
              <a:rPr lang="en-US" sz="2200" dirty="0">
                <a:latin typeface="Times New Roman" panose="02020603050405020304" pitchFamily="18" charset="0"/>
              </a:rPr>
              <a:t> </a:t>
            </a:r>
            <a:r>
              <a:rPr lang="en-US" sz="2200" dirty="0" err="1">
                <a:latin typeface="Times New Roman" panose="02020603050405020304" pitchFamily="18" charset="0"/>
              </a:rPr>
              <a:t>tượng</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sàng</a:t>
            </a:r>
            <a:r>
              <a:rPr lang="en-US" sz="2200" dirty="0">
                <a:latin typeface="Times New Roman" panose="02020603050405020304" pitchFamily="18" charset="0"/>
              </a:rPr>
              <a:t> </a:t>
            </a:r>
            <a:r>
              <a:rPr lang="en-US" sz="2200" dirty="0" err="1">
                <a:latin typeface="Times New Roman" panose="02020603050405020304" pitchFamily="18" charset="0"/>
              </a:rPr>
              <a:t>lọc</a:t>
            </a:r>
            <a:r>
              <a:rPr lang="en-US" sz="2200" dirty="0">
                <a:latin typeface="Times New Roman" panose="02020603050405020304" pitchFamily="18" charset="0"/>
              </a:rPr>
              <a:t> </a:t>
            </a:r>
            <a:r>
              <a:rPr lang="en-US" sz="2200" dirty="0" err="1">
                <a:latin typeface="Times New Roman" panose="02020603050405020304" pitchFamily="18" charset="0"/>
              </a:rPr>
              <a:t>theo</a:t>
            </a:r>
            <a:r>
              <a:rPr lang="en-US" sz="2200" dirty="0">
                <a:latin typeface="Times New Roman" panose="02020603050405020304" pitchFamily="18" charset="0"/>
              </a:rPr>
              <a:t> </a:t>
            </a:r>
            <a:r>
              <a:rPr lang="en-US" sz="2200" dirty="0" err="1">
                <a:latin typeface="Times New Roman" panose="02020603050405020304" pitchFamily="18" charset="0"/>
              </a:rPr>
              <a:t>chương</a:t>
            </a:r>
            <a:r>
              <a:rPr lang="en-US" sz="2200" dirty="0">
                <a:latin typeface="Times New Roman" panose="02020603050405020304" pitchFamily="18" charset="0"/>
              </a:rPr>
              <a:t> </a:t>
            </a:r>
            <a:r>
              <a:rPr lang="en-US" sz="2200" dirty="0" err="1">
                <a:latin typeface="Times New Roman" panose="02020603050405020304" pitchFamily="18" charset="0"/>
              </a:rPr>
              <a:t>trình</a:t>
            </a:r>
            <a:r>
              <a:rPr lang="en-US" sz="2200" dirty="0">
                <a:latin typeface="Times New Roman" panose="02020603050405020304" pitchFamily="18" charset="0"/>
              </a:rPr>
              <a:t> </a:t>
            </a:r>
            <a:r>
              <a:rPr lang="en-US" sz="2200" dirty="0" err="1">
                <a:latin typeface="Times New Roman" panose="02020603050405020304" pitchFamily="18" charset="0"/>
              </a:rPr>
              <a:t>chuyên</a:t>
            </a:r>
            <a:r>
              <a:rPr lang="en-US" sz="2200" dirty="0">
                <a:latin typeface="Times New Roman" panose="02020603050405020304" pitchFamily="18" charset="0"/>
              </a:rPr>
              <a:t> </a:t>
            </a:r>
            <a:r>
              <a:rPr lang="en-US" sz="2200" dirty="0" err="1">
                <a:latin typeface="Times New Roman" panose="02020603050405020304" pitchFamily="18" charset="0"/>
              </a:rPr>
              <a:t>đề</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a:latin typeface="Times New Roman" panose="02020603050405020304" pitchFamily="18" charset="0"/>
              </a:rPr>
              <a:t>Các </a:t>
            </a:r>
            <a:r>
              <a:rPr lang="en-US" sz="2200" dirty="0" err="1">
                <a:latin typeface="Times New Roman" panose="02020603050405020304" pitchFamily="18" charset="0"/>
              </a:rPr>
              <a:t>chỉ</a:t>
            </a:r>
            <a:r>
              <a:rPr lang="en-US" sz="2200" dirty="0">
                <a:latin typeface="Times New Roman" panose="02020603050405020304" pitchFamily="18" charset="0"/>
              </a:rPr>
              <a:t> </a:t>
            </a:r>
            <a:r>
              <a:rPr lang="en-US" sz="2200" dirty="0" err="1">
                <a:latin typeface="Times New Roman" panose="02020603050405020304" pitchFamily="18" charset="0"/>
              </a:rPr>
              <a:t>số</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en-US" sz="2200" dirty="0" err="1">
                <a:latin typeface="Times New Roman" panose="02020603050405020304" pitchFamily="18" charset="0"/>
              </a:rPr>
              <a:t>kết</a:t>
            </a:r>
            <a:r>
              <a:rPr lang="en-US" sz="2200" dirty="0">
                <a:latin typeface="Times New Roman" panose="02020603050405020304" pitchFamily="18" charset="0"/>
              </a:rPr>
              <a:t> </a:t>
            </a:r>
            <a:r>
              <a:rPr lang="en-US" sz="2200" dirty="0" err="1">
                <a:latin typeface="Times New Roman" panose="02020603050405020304" pitchFamily="18" charset="0"/>
              </a:rPr>
              <a:t>quả</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chuyên</a:t>
            </a:r>
            <a:r>
              <a:rPr lang="en-US" sz="2200" dirty="0">
                <a:latin typeface="Times New Roman" panose="02020603050405020304" pitchFamily="18" charset="0"/>
              </a:rPr>
              <a:t> khoa, </a:t>
            </a:r>
            <a:r>
              <a:rPr lang="en-US" sz="2200" dirty="0" err="1">
                <a:latin typeface="Times New Roman" panose="02020603050405020304" pitchFamily="18" charset="0"/>
              </a:rPr>
              <a:t>kết</a:t>
            </a:r>
            <a:r>
              <a:rPr lang="en-US" sz="2200" dirty="0">
                <a:latin typeface="Times New Roman" panose="02020603050405020304" pitchFamily="18" charset="0"/>
              </a:rPr>
              <a:t> </a:t>
            </a:r>
            <a:r>
              <a:rPr lang="en-US" sz="2200" dirty="0" err="1">
                <a:latin typeface="Times New Roman" panose="02020603050405020304" pitchFamily="18" charset="0"/>
              </a:rPr>
              <a:t>quả</a:t>
            </a:r>
            <a:r>
              <a:rPr lang="en-US" sz="2200" dirty="0">
                <a:latin typeface="Times New Roman" panose="02020603050405020304" pitchFamily="18" charset="0"/>
              </a:rPr>
              <a:t> </a:t>
            </a:r>
            <a:r>
              <a:rPr lang="en-US" sz="2200" dirty="0" err="1">
                <a:latin typeface="Times New Roman" panose="02020603050405020304" pitchFamily="18" charset="0"/>
              </a:rPr>
              <a:t>cận</a:t>
            </a:r>
            <a:r>
              <a:rPr lang="en-US" sz="2200" dirty="0">
                <a:latin typeface="Times New Roman" panose="02020603050405020304" pitchFamily="18" charset="0"/>
              </a:rPr>
              <a:t> </a:t>
            </a:r>
            <a:r>
              <a:rPr lang="en-US" sz="2200" dirty="0" err="1">
                <a:latin typeface="Times New Roman" panose="02020603050405020304" pitchFamily="18" charset="0"/>
              </a:rPr>
              <a:t>lâm</a:t>
            </a:r>
            <a:r>
              <a:rPr lang="en-US" sz="2200" dirty="0">
                <a:latin typeface="Times New Roman" panose="02020603050405020304" pitchFamily="18" charset="0"/>
              </a:rPr>
              <a:t> </a:t>
            </a:r>
            <a:r>
              <a:rPr lang="en-US" sz="2200" dirty="0" err="1">
                <a:latin typeface="Times New Roman" panose="02020603050405020304" pitchFamily="18" charset="0"/>
              </a:rPr>
              <a:t>sàng</a:t>
            </a:r>
            <a:r>
              <a:rPr lang="en-US" sz="2200" dirty="0">
                <a:latin typeface="Times New Roman" panose="02020603050405020304" pitchFamily="18" charset="0"/>
              </a:rPr>
              <a:t> </a:t>
            </a:r>
            <a:r>
              <a:rPr lang="en-US" sz="2200" dirty="0" err="1">
                <a:latin typeface="Times New Roman" panose="02020603050405020304" pitchFamily="18" charset="0"/>
              </a:rPr>
              <a:t>được</a:t>
            </a:r>
            <a:r>
              <a:rPr lang="en-US" sz="2200" dirty="0">
                <a:latin typeface="Times New Roman" panose="02020603050405020304" pitchFamily="18" charset="0"/>
              </a:rPr>
              <a:t> </a:t>
            </a:r>
            <a:r>
              <a:rPr lang="en-US" sz="2200" dirty="0" err="1">
                <a:latin typeface="Times New Roman" panose="02020603050405020304" pitchFamily="18" charset="0"/>
              </a:rPr>
              <a:t>ghi</a:t>
            </a:r>
            <a:r>
              <a:rPr lang="en-US" sz="2200" dirty="0">
                <a:latin typeface="Times New Roman" panose="02020603050405020304" pitchFamily="18" charset="0"/>
              </a:rPr>
              <a:t> </a:t>
            </a:r>
            <a:r>
              <a:rPr lang="en-US" sz="2200" dirty="0" err="1">
                <a:latin typeface="Times New Roman" panose="02020603050405020304" pitchFamily="18" charset="0"/>
              </a:rPr>
              <a:t>nhận</a:t>
            </a:r>
            <a:r>
              <a:rPr lang="en-US" sz="2200" dirty="0">
                <a:latin typeface="Times New Roman" panose="02020603050405020304" pitchFamily="18" charset="0"/>
              </a:rPr>
              <a:t> </a:t>
            </a:r>
            <a:r>
              <a:rPr lang="en-US" sz="2200" dirty="0" err="1">
                <a:latin typeface="Times New Roman" panose="02020603050405020304" pitchFamily="18" charset="0"/>
              </a:rPr>
              <a:t>trên</a:t>
            </a:r>
            <a:r>
              <a:rPr lang="en-US" sz="2200" dirty="0">
                <a:latin typeface="Times New Roman" panose="02020603050405020304" pitchFamily="18" charset="0"/>
              </a:rPr>
              <a:t> </a:t>
            </a:r>
            <a:r>
              <a:rPr lang="en-US" sz="2200" dirty="0" err="1">
                <a:latin typeface="Times New Roman" panose="02020603050405020304" pitchFamily="18" charset="0"/>
              </a:rPr>
              <a:t>phần</a:t>
            </a:r>
            <a:r>
              <a:rPr lang="en-US" sz="2200" dirty="0">
                <a:latin typeface="Times New Roman" panose="02020603050405020304" pitchFamily="18" charset="0"/>
              </a:rPr>
              <a:t> </a:t>
            </a:r>
            <a:r>
              <a:rPr lang="en-US" sz="2200" dirty="0" err="1">
                <a:latin typeface="Times New Roman" panose="02020603050405020304" pitchFamily="18" charset="0"/>
              </a:rPr>
              <a:t>mềm</a:t>
            </a:r>
            <a:r>
              <a:rPr lang="en-US" sz="2200" dirty="0">
                <a:latin typeface="Times New Roman" panose="02020603050405020304" pitchFamily="18" charset="0"/>
              </a:rPr>
              <a:t> </a:t>
            </a:r>
            <a:r>
              <a:rPr lang="en-US" sz="2200" dirty="0" err="1">
                <a:latin typeface="Times New Roman" panose="02020603050405020304" pitchFamily="18" charset="0"/>
              </a:rPr>
              <a:t>quản</a:t>
            </a:r>
            <a:r>
              <a:rPr lang="en-US" sz="2200" dirty="0">
                <a:latin typeface="Times New Roman" panose="02020603050405020304" pitchFamily="18" charset="0"/>
              </a:rPr>
              <a:t> </a:t>
            </a:r>
            <a:r>
              <a:rPr lang="en-US" sz="2200" dirty="0" err="1">
                <a:latin typeface="Times New Roman" panose="02020603050405020304" pitchFamily="18" charset="0"/>
              </a:rPr>
              <a:t>lý</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en-US" sz="2200" dirty="0" err="1">
                <a:latin typeface="Times New Roman" panose="02020603050405020304" pitchFamily="18" charset="0"/>
              </a:rPr>
              <a:t>hoặc</a:t>
            </a:r>
            <a:r>
              <a:rPr lang="en-US" sz="2200" dirty="0">
                <a:latin typeface="Times New Roman" panose="02020603050405020304" pitchFamily="18" charset="0"/>
              </a:rPr>
              <a:t> </a:t>
            </a:r>
            <a:r>
              <a:rPr lang="en-US" sz="2200" dirty="0" err="1">
                <a:latin typeface="Times New Roman" panose="02020603050405020304" pitchFamily="18" charset="0"/>
              </a:rPr>
              <a:t>phần</a:t>
            </a:r>
            <a:r>
              <a:rPr lang="en-US" sz="2200" dirty="0">
                <a:latin typeface="Times New Roman" panose="02020603050405020304" pitchFamily="18" charset="0"/>
              </a:rPr>
              <a:t> </a:t>
            </a:r>
            <a:r>
              <a:rPr lang="en-US" sz="2200" dirty="0" err="1">
                <a:latin typeface="Times New Roman" panose="02020603050405020304" pitchFamily="18" charset="0"/>
              </a:rPr>
              <a:t>mềm</a:t>
            </a:r>
            <a:r>
              <a:rPr lang="vi-VN" sz="2200" dirty="0">
                <a:latin typeface="Times New Roman" panose="02020603050405020304" pitchFamily="18" charset="0"/>
              </a:rPr>
              <a:t> Quản lý</a:t>
            </a:r>
            <a:r>
              <a:rPr lang="en-US" sz="2200" dirty="0">
                <a:latin typeface="Times New Roman" panose="02020603050405020304" pitchFamily="18" charset="0"/>
              </a:rPr>
              <a:t> </a:t>
            </a:r>
            <a:r>
              <a:rPr lang="en-US" sz="2200" dirty="0" err="1">
                <a:latin typeface="Times New Roman" panose="02020603050405020304" pitchFamily="18" charset="0"/>
              </a:rPr>
              <a:t>bệnh</a:t>
            </a:r>
            <a:r>
              <a:rPr lang="en-US" sz="2200" dirty="0">
                <a:latin typeface="Times New Roman" panose="02020603050405020304" pitchFamily="18" charset="0"/>
              </a:rPr>
              <a:t> </a:t>
            </a:r>
            <a:r>
              <a:rPr lang="en-US" sz="2200" dirty="0" err="1" smtClean="0">
                <a:latin typeface="Times New Roman" panose="02020603050405020304" pitchFamily="18" charset="0"/>
              </a:rPr>
              <a:t>viện</a:t>
            </a:r>
            <a:r>
              <a:rPr lang="en-US" sz="2200" dirty="0" smtClean="0">
                <a:latin typeface="Times New Roman" panose="02020603050405020304" pitchFamily="18" charset="0"/>
              </a:rPr>
              <a:t> </a:t>
            </a:r>
            <a:r>
              <a:rPr lang="en-US" sz="2200" dirty="0" err="1" smtClean="0">
                <a:latin typeface="Times New Roman" panose="02020603050405020304" pitchFamily="18" charset="0"/>
              </a:rPr>
              <a:t>hoặc</a:t>
            </a:r>
            <a:r>
              <a:rPr lang="en-US" sz="2200" dirty="0" smtClean="0">
                <a:latin typeface="Times New Roman" panose="02020603050405020304" pitchFamily="18" charset="0"/>
              </a:rPr>
              <a:t> </a:t>
            </a:r>
            <a:r>
              <a:rPr lang="en-US" sz="2200" dirty="0" err="1" smtClean="0">
                <a:latin typeface="Times New Roman" panose="02020603050405020304" pitchFamily="18" charset="0"/>
              </a:rPr>
              <a:t>V20</a:t>
            </a:r>
            <a:r>
              <a:rPr lang="en-US" sz="2200" dirty="0" smtClean="0">
                <a:latin typeface="Times New Roman" panose="02020603050405020304" pitchFamily="18" charset="0"/>
              </a:rPr>
              <a:t> </a:t>
            </a:r>
            <a:r>
              <a:rPr lang="en-US" sz="2200" dirty="0" err="1" smtClean="0">
                <a:latin typeface="Times New Roman" panose="02020603050405020304" pitchFamily="18" charset="0"/>
              </a:rPr>
              <a:t>hoặc</a:t>
            </a:r>
            <a:r>
              <a:rPr lang="en-US" sz="2200" dirty="0" smtClean="0">
                <a:latin typeface="Times New Roman" panose="02020603050405020304" pitchFamily="18" charset="0"/>
              </a:rPr>
              <a:t> PM </a:t>
            </a:r>
            <a:r>
              <a:rPr lang="en-US" sz="2200" dirty="0" err="1" smtClean="0">
                <a:latin typeface="Times New Roman" panose="02020603050405020304" pitchFamily="18" charset="0"/>
              </a:rPr>
              <a:t>YTCS</a:t>
            </a:r>
            <a:r>
              <a:rPr lang="en-US" sz="2200" dirty="0" smtClean="0">
                <a:latin typeface="Times New Roman" panose="02020603050405020304" pitchFamily="18" charset="0"/>
              </a:rPr>
              <a:t>.</a:t>
            </a:r>
            <a:endParaRPr lang="en-US" sz="2200" dirty="0">
              <a:latin typeface="Times New Roman" panose="02020603050405020304" pitchFamily="18" charset="0"/>
            </a:endParaRPr>
          </a:p>
        </p:txBody>
      </p:sp>
    </p:spTree>
    <p:extLst>
      <p:ext uri="{BB962C8B-B14F-4D97-AF65-F5344CB8AC3E}">
        <p14:creationId xmlns:p14="http://schemas.microsoft.com/office/powerpoint/2010/main" val="4228529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6CCF9E7C-190E-A797-8CB7-A2D18C699FF1}"/>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6C0836F8-A729-A304-08C5-BBB2DCABC063}"/>
              </a:ext>
            </a:extLst>
          </p:cNvPr>
          <p:cNvSpPr txBox="1">
            <a:spLocks/>
          </p:cNvSpPr>
          <p:nvPr/>
        </p:nvSpPr>
        <p:spPr>
          <a:xfrm>
            <a:off x="1365726" y="0"/>
            <a:ext cx="6412500" cy="11098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Times New Roman" panose="02020603050405020304" pitchFamily="18" charset="0"/>
                <a:cs typeface="Times New Roman" panose="02020603050405020304" pitchFamily="18" charset="0"/>
              </a:rPr>
              <a:t>THU THẬP, CẬP NHẬT DỮ LIỆU</a:t>
            </a:r>
          </a:p>
        </p:txBody>
      </p:sp>
      <p:sp>
        <p:nvSpPr>
          <p:cNvPr id="2" name="TextBox 1">
            <a:extLst>
              <a:ext uri="{FF2B5EF4-FFF2-40B4-BE49-F238E27FC236}">
                <a16:creationId xmlns:a16="http://schemas.microsoft.com/office/drawing/2014/main" xmlns="" id="{3D12EFA7-490C-0745-6622-CE54ABA42E0F}"/>
              </a:ext>
            </a:extLst>
          </p:cNvPr>
          <p:cNvSpPr txBox="1"/>
          <p:nvPr/>
        </p:nvSpPr>
        <p:spPr>
          <a:xfrm>
            <a:off x="103518" y="1123180"/>
            <a:ext cx="9040482" cy="2800767"/>
          </a:xfrm>
          <a:prstGeom prst="rect">
            <a:avLst/>
          </a:prstGeom>
          <a:noFill/>
        </p:spPr>
        <p:txBody>
          <a:bodyPr wrap="square">
            <a:spAutoFit/>
          </a:bodyPr>
          <a:lstStyle/>
          <a:p>
            <a:r>
              <a:rPr lang="en-US" sz="2200" b="1" dirty="0" err="1">
                <a:latin typeface="Times New Roman" panose="02020603050405020304" pitchFamily="18" charset="0"/>
              </a:rPr>
              <a:t>Bước</a:t>
            </a:r>
            <a:r>
              <a:rPr lang="en-US" sz="2200" b="1" dirty="0">
                <a:latin typeface="Times New Roman" panose="02020603050405020304" pitchFamily="18" charset="0"/>
              </a:rPr>
              <a:t> 3. </a:t>
            </a:r>
            <a:r>
              <a:rPr lang="en-US" sz="2200" b="1" dirty="0" err="1">
                <a:latin typeface="Times New Roman" panose="02020603050405020304" pitchFamily="18" charset="0"/>
              </a:rPr>
              <a:t>Nhập</a:t>
            </a:r>
            <a:r>
              <a:rPr lang="en-US" sz="2200" b="1" dirty="0">
                <a:latin typeface="Times New Roman" panose="02020603050405020304" pitchFamily="18" charset="0"/>
              </a:rPr>
              <a:t> </a:t>
            </a:r>
            <a:r>
              <a:rPr lang="en-US" sz="2200" b="1" dirty="0" err="1">
                <a:latin typeface="Times New Roman" panose="02020603050405020304" pitchFamily="18" charset="0"/>
              </a:rPr>
              <a:t>và</a:t>
            </a:r>
            <a:r>
              <a:rPr lang="en-US" sz="2200" b="1" dirty="0">
                <a:latin typeface="Times New Roman" panose="02020603050405020304" pitchFamily="18" charset="0"/>
              </a:rPr>
              <a:t> </a:t>
            </a:r>
            <a:r>
              <a:rPr lang="en-US" sz="2200" b="1" dirty="0" err="1">
                <a:latin typeface="Times New Roman" panose="02020603050405020304" pitchFamily="18" charset="0"/>
              </a:rPr>
              <a:t>cập</a:t>
            </a:r>
            <a:r>
              <a:rPr lang="en-US" sz="2200" b="1" dirty="0">
                <a:latin typeface="Times New Roman" panose="02020603050405020304" pitchFamily="18" charset="0"/>
              </a:rPr>
              <a:t> </a:t>
            </a:r>
            <a:r>
              <a:rPr lang="en-US" sz="2200" b="1" dirty="0" err="1">
                <a:latin typeface="Times New Roman" panose="02020603050405020304" pitchFamily="18" charset="0"/>
              </a:rPr>
              <a:t>nhật</a:t>
            </a:r>
            <a:r>
              <a:rPr lang="en-US" sz="2200" b="1" dirty="0">
                <a:latin typeface="Times New Roman" panose="02020603050405020304" pitchFamily="18" charset="0"/>
              </a:rPr>
              <a:t> </a:t>
            </a:r>
            <a:r>
              <a:rPr lang="en-US" sz="2200" b="1" dirty="0" err="1">
                <a:latin typeface="Times New Roman" panose="02020603050405020304" pitchFamily="18" charset="0"/>
              </a:rPr>
              <a:t>dữ</a:t>
            </a:r>
            <a:r>
              <a:rPr lang="en-US" sz="2200" b="1" dirty="0">
                <a:latin typeface="Times New Roman" panose="02020603050405020304" pitchFamily="18" charset="0"/>
              </a:rPr>
              <a:t> </a:t>
            </a:r>
            <a:r>
              <a:rPr lang="en-US" sz="2200" b="1" dirty="0" err="1">
                <a:latin typeface="Times New Roman" panose="02020603050405020304" pitchFamily="18" charset="0"/>
              </a:rPr>
              <a:t>liệu</a:t>
            </a:r>
            <a:endParaRPr lang="en-US" sz="2200" b="1" dirty="0">
              <a:latin typeface="Times New Roman" panose="02020603050405020304" pitchFamily="18" charset="0"/>
            </a:endParaRPr>
          </a:p>
          <a:p>
            <a:r>
              <a:rPr lang="vi-VN"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được</a:t>
            </a:r>
            <a:r>
              <a:rPr lang="en-US" sz="2200" dirty="0">
                <a:latin typeface="Times New Roman" panose="02020603050405020304" pitchFamily="18" charset="0"/>
              </a:rPr>
              <a:t> </a:t>
            </a:r>
            <a:r>
              <a:rPr lang="en-US" sz="2200" dirty="0" err="1">
                <a:latin typeface="Times New Roman" panose="02020603050405020304" pitchFamily="18" charset="0"/>
              </a:rPr>
              <a:t>cập</a:t>
            </a:r>
            <a:r>
              <a:rPr lang="en-US" sz="2200" dirty="0">
                <a:latin typeface="Times New Roman" panose="02020603050405020304" pitchFamily="18" charset="0"/>
              </a:rPr>
              <a:t> </a:t>
            </a:r>
            <a:r>
              <a:rPr lang="en-US" sz="2200" dirty="0" err="1">
                <a:latin typeface="Times New Roman" panose="02020603050405020304" pitchFamily="18" charset="0"/>
              </a:rPr>
              <a:t>nhật</a:t>
            </a:r>
            <a:r>
              <a:rPr lang="en-US" sz="2200" dirty="0">
                <a:latin typeface="Times New Roman" panose="02020603050405020304" pitchFamily="18" charset="0"/>
              </a:rPr>
              <a:t> </a:t>
            </a:r>
            <a:r>
              <a:rPr lang="en-US" sz="2200" dirty="0" err="1">
                <a:latin typeface="Times New Roman" panose="02020603050405020304" pitchFamily="18" charset="0"/>
              </a:rPr>
              <a:t>bằng</a:t>
            </a:r>
            <a:r>
              <a:rPr lang="en-US" sz="2200" dirty="0">
                <a:latin typeface="Times New Roman" panose="02020603050405020304" pitchFamily="18" charset="0"/>
              </a:rPr>
              <a:t> </a:t>
            </a:r>
            <a:r>
              <a:rPr lang="en-US" sz="2200" dirty="0" err="1">
                <a:latin typeface="Times New Roman" panose="02020603050405020304" pitchFamily="18" charset="0"/>
              </a:rPr>
              <a:t>một</a:t>
            </a:r>
            <a:r>
              <a:rPr lang="en-US" sz="2200" dirty="0">
                <a:latin typeface="Times New Roman" panose="02020603050405020304" pitchFamily="18" charset="0"/>
              </a:rPr>
              <a:t> </a:t>
            </a:r>
            <a:r>
              <a:rPr lang="en-US" sz="2200" dirty="0" err="1">
                <a:latin typeface="Times New Roman" panose="02020603050405020304" pitchFamily="18" charset="0"/>
              </a:rPr>
              <a:t>trong</a:t>
            </a:r>
            <a:r>
              <a:rPr lang="en-US" sz="2200" dirty="0">
                <a:latin typeface="Times New Roman" panose="02020603050405020304" pitchFamily="18" charset="0"/>
              </a:rPr>
              <a:t> </a:t>
            </a:r>
            <a:r>
              <a:rPr lang="en-US" sz="2200" dirty="0" err="1">
                <a:latin typeface="Times New Roman" panose="02020603050405020304" pitchFamily="18" charset="0"/>
              </a:rPr>
              <a:t>các</a:t>
            </a:r>
            <a:r>
              <a:rPr lang="en-US" sz="2200" dirty="0">
                <a:latin typeface="Times New Roman" panose="02020603050405020304" pitchFamily="18" charset="0"/>
              </a:rPr>
              <a:t> </a:t>
            </a:r>
            <a:r>
              <a:rPr lang="en-US" sz="2200" dirty="0" err="1">
                <a:latin typeface="Times New Roman" panose="02020603050405020304" pitchFamily="18" charset="0"/>
              </a:rPr>
              <a:t>hình</a:t>
            </a:r>
            <a:r>
              <a:rPr lang="en-US" sz="2200" dirty="0">
                <a:latin typeface="Times New Roman" panose="02020603050405020304" pitchFamily="18" charset="0"/>
              </a:rPr>
              <a:t> </a:t>
            </a:r>
            <a:r>
              <a:rPr lang="en-US" sz="2200" dirty="0" err="1">
                <a:latin typeface="Times New Roman" panose="02020603050405020304" pitchFamily="18" charset="0"/>
              </a:rPr>
              <a:t>thức</a:t>
            </a:r>
            <a:r>
              <a:rPr lang="en-US" sz="2200" dirty="0">
                <a:latin typeface="Times New Roman" panose="02020603050405020304" pitchFamily="18" charset="0"/>
              </a:rPr>
              <a:t>:</a:t>
            </a:r>
          </a:p>
          <a:p>
            <a:r>
              <a:rPr lang="en-US" sz="2200" dirty="0" smtClean="0">
                <a:latin typeface="Times New Roman" panose="02020603050405020304" pitchFamily="18" charset="0"/>
              </a:rPr>
              <a:t>      </a:t>
            </a:r>
            <a:r>
              <a:rPr lang="vi-VN" sz="2200" dirty="0" smtClean="0">
                <a:latin typeface="Times New Roman" panose="02020603050405020304" pitchFamily="18" charset="0"/>
              </a:rPr>
              <a:t>+ </a:t>
            </a:r>
            <a:r>
              <a:rPr lang="en-US" sz="2200" dirty="0" err="1">
                <a:latin typeface="Times New Roman" panose="02020603050405020304" pitchFamily="18" charset="0"/>
              </a:rPr>
              <a:t>Nhập</a:t>
            </a:r>
            <a:r>
              <a:rPr lang="en-US" sz="2200" dirty="0">
                <a:latin typeface="Times New Roman" panose="02020603050405020304" pitchFamily="18" charset="0"/>
              </a:rPr>
              <a:t> </a:t>
            </a:r>
            <a:r>
              <a:rPr lang="en-US" sz="2200" dirty="0" err="1">
                <a:latin typeface="Times New Roman" panose="02020603050405020304" pitchFamily="18" charset="0"/>
              </a:rPr>
              <a:t>trên</a:t>
            </a:r>
            <a:r>
              <a:rPr lang="en-US" sz="2200" dirty="0">
                <a:latin typeface="Times New Roman" panose="02020603050405020304" pitchFamily="18" charset="0"/>
              </a:rPr>
              <a:t> </a:t>
            </a:r>
            <a:r>
              <a:rPr lang="en-US" sz="2200" dirty="0" err="1">
                <a:latin typeface="Times New Roman" panose="02020603050405020304" pitchFamily="18" charset="0"/>
              </a:rPr>
              <a:t>phần</a:t>
            </a:r>
            <a:r>
              <a:rPr lang="en-US" sz="2200" dirty="0">
                <a:latin typeface="Times New Roman" panose="02020603050405020304" pitchFamily="18" charset="0"/>
              </a:rPr>
              <a:t> </a:t>
            </a:r>
            <a:r>
              <a:rPr lang="en-US" sz="2200" dirty="0" err="1">
                <a:latin typeface="Times New Roman" panose="02020603050405020304" pitchFamily="18" charset="0"/>
              </a:rPr>
              <a:t>mềm</a:t>
            </a:r>
            <a:r>
              <a:rPr lang="en-US" sz="2200" dirty="0">
                <a:latin typeface="Times New Roman" panose="02020603050405020304" pitchFamily="18" charset="0"/>
              </a:rPr>
              <a:t> HIS, </a:t>
            </a:r>
            <a:r>
              <a:rPr lang="en-US" sz="2200" dirty="0" err="1" smtClean="0">
                <a:latin typeface="Times New Roman" panose="02020603050405020304" pitchFamily="18" charset="0"/>
              </a:rPr>
              <a:t>EMR</a:t>
            </a:r>
            <a:r>
              <a:rPr lang="en-US" sz="2200" dirty="0" smtClean="0">
                <a:latin typeface="Times New Roman" panose="02020603050405020304" pitchFamily="18" charset="0"/>
              </a:rPr>
              <a:t>, </a:t>
            </a:r>
            <a:r>
              <a:rPr lang="en-US" sz="2200" dirty="0" err="1" smtClean="0">
                <a:latin typeface="Times New Roman" panose="02020603050405020304" pitchFamily="18" charset="0"/>
              </a:rPr>
              <a:t>V20</a:t>
            </a:r>
            <a:r>
              <a:rPr lang="en-US" sz="2200" dirty="0" smtClean="0">
                <a:latin typeface="Times New Roman" panose="02020603050405020304" pitchFamily="18" charset="0"/>
              </a:rPr>
              <a:t> </a:t>
            </a:r>
            <a:r>
              <a:rPr lang="en-US" sz="2200" dirty="0" err="1">
                <a:latin typeface="Times New Roman" panose="02020603050405020304" pitchFamily="18" charset="0"/>
              </a:rPr>
              <a:t>hoặc</a:t>
            </a:r>
            <a:r>
              <a:rPr lang="en-US" sz="2200" dirty="0">
                <a:latin typeface="Times New Roman" panose="02020603050405020304" pitchFamily="18" charset="0"/>
              </a:rPr>
              <a:t> </a:t>
            </a:r>
            <a:r>
              <a:rPr lang="en-US" sz="2200" dirty="0" err="1">
                <a:latin typeface="Times New Roman" panose="02020603050405020304" pitchFamily="18" charset="0"/>
              </a:rPr>
              <a:t>phần</a:t>
            </a:r>
            <a:r>
              <a:rPr lang="en-US" sz="2200" dirty="0">
                <a:latin typeface="Times New Roman" panose="02020603050405020304" pitchFamily="18" charset="0"/>
              </a:rPr>
              <a:t> </a:t>
            </a:r>
            <a:r>
              <a:rPr lang="en-US" sz="2200" dirty="0" err="1">
                <a:latin typeface="Times New Roman" panose="02020603050405020304" pitchFamily="18" charset="0"/>
              </a:rPr>
              <a:t>mềm</a:t>
            </a:r>
            <a:r>
              <a:rPr lang="en-US" sz="2200" dirty="0">
                <a:latin typeface="Times New Roman" panose="02020603050405020304" pitchFamily="18" charset="0"/>
              </a:rPr>
              <a:t> </a:t>
            </a:r>
            <a:r>
              <a:rPr lang="en-US" sz="2200" dirty="0" err="1">
                <a:latin typeface="Times New Roman" panose="02020603050405020304" pitchFamily="18" charset="0"/>
              </a:rPr>
              <a:t>quản</a:t>
            </a:r>
            <a:r>
              <a:rPr lang="en-US" sz="2200" dirty="0">
                <a:latin typeface="Times New Roman" panose="02020603050405020304" pitchFamily="18" charset="0"/>
              </a:rPr>
              <a:t> </a:t>
            </a:r>
            <a:r>
              <a:rPr lang="en-US" sz="2200" dirty="0" err="1">
                <a:latin typeface="Times New Roman" panose="02020603050405020304" pitchFamily="18" charset="0"/>
              </a:rPr>
              <a:t>lý</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đơn</a:t>
            </a:r>
            <a:r>
              <a:rPr lang="en-US" sz="2200" dirty="0">
                <a:latin typeface="Times New Roman" panose="02020603050405020304" pitchFamily="18" charset="0"/>
              </a:rPr>
              <a:t> </a:t>
            </a:r>
            <a:r>
              <a:rPr lang="en-US" sz="2200" dirty="0" err="1">
                <a:latin typeface="Times New Roman" panose="02020603050405020304" pitchFamily="18" charset="0"/>
              </a:rPr>
              <a:t>vị</a:t>
            </a:r>
            <a:r>
              <a:rPr lang="en-US" sz="2200" dirty="0">
                <a:latin typeface="Times New Roman" panose="02020603050405020304" pitchFamily="18" charset="0"/>
              </a:rPr>
              <a:t> </a:t>
            </a:r>
            <a:r>
              <a:rPr lang="en-US" sz="2200" dirty="0" err="1">
                <a:latin typeface="Times New Roman" panose="02020603050405020304" pitchFamily="18" charset="0"/>
              </a:rPr>
              <a:t>và</a:t>
            </a:r>
            <a:r>
              <a:rPr lang="en-US" sz="2200" dirty="0">
                <a:latin typeface="Times New Roman" panose="02020603050405020304" pitchFamily="18" charset="0"/>
              </a:rPr>
              <a:t> </a:t>
            </a:r>
            <a:r>
              <a:rPr lang="en-US" sz="2200" dirty="0" err="1">
                <a:latin typeface="Times New Roman" panose="02020603050405020304" pitchFamily="18" charset="0"/>
              </a:rPr>
              <a:t>gửi</a:t>
            </a:r>
            <a:r>
              <a:rPr lang="en-US" sz="2200" dirty="0">
                <a:latin typeface="Times New Roman" panose="02020603050405020304" pitchFamily="18" charset="0"/>
              </a:rPr>
              <a:t> </a:t>
            </a:r>
            <a:r>
              <a:rPr lang="en-US" sz="2200" dirty="0" err="1">
                <a:latin typeface="Times New Roman" panose="02020603050405020304" pitchFamily="18" charset="0"/>
              </a:rPr>
              <a:t>liên</a:t>
            </a:r>
            <a:r>
              <a:rPr lang="en-US" sz="2200" dirty="0">
                <a:latin typeface="Times New Roman" panose="02020603050405020304" pitchFamily="18" charset="0"/>
              </a:rPr>
              <a:t> </a:t>
            </a:r>
            <a:r>
              <a:rPr lang="en-US" sz="2200" dirty="0" err="1">
                <a:latin typeface="Times New Roman" panose="02020603050405020304" pitchFamily="18" charset="0"/>
              </a:rPr>
              <a:t>thông</a:t>
            </a:r>
            <a:r>
              <a:rPr lang="en-US" sz="2200" dirty="0">
                <a:latin typeface="Times New Roman" panose="02020603050405020304" pitchFamily="18" charset="0"/>
              </a:rPr>
              <a:t> qua API;</a:t>
            </a:r>
          </a:p>
          <a:p>
            <a:r>
              <a:rPr lang="vi-VN" sz="2200" dirty="0" smtClean="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cập</a:t>
            </a:r>
            <a:r>
              <a:rPr lang="en-US" sz="2200" dirty="0">
                <a:latin typeface="Times New Roman" panose="02020603050405020304" pitchFamily="18" charset="0"/>
              </a:rPr>
              <a:t> </a:t>
            </a:r>
            <a:r>
              <a:rPr lang="en-US" sz="2200" dirty="0" err="1">
                <a:latin typeface="Times New Roman" panose="02020603050405020304" pitchFamily="18" charset="0"/>
              </a:rPr>
              <a:t>nhật</a:t>
            </a:r>
            <a:r>
              <a:rPr lang="en-US" sz="2200" dirty="0">
                <a:latin typeface="Times New Roman" panose="02020603050405020304" pitchFamily="18" charset="0"/>
              </a:rPr>
              <a:t> bao </a:t>
            </a:r>
            <a:r>
              <a:rPr lang="en-US" sz="2200" dirty="0" err="1">
                <a:latin typeface="Times New Roman" panose="02020603050405020304" pitchFamily="18" charset="0"/>
              </a:rPr>
              <a:t>gồm</a:t>
            </a:r>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a:latin typeface="Times New Roman" panose="02020603050405020304" pitchFamily="18" charset="0"/>
              </a:rPr>
              <a:t>Thông tin </a:t>
            </a:r>
            <a:r>
              <a:rPr lang="en-US" sz="2200" dirty="0" err="1">
                <a:latin typeface="Times New Roman" panose="02020603050405020304" pitchFamily="18" charset="0"/>
              </a:rPr>
              <a:t>định</a:t>
            </a:r>
            <a:r>
              <a:rPr lang="en-US" sz="2200" dirty="0">
                <a:latin typeface="Times New Roman" panose="02020603050405020304" pitchFamily="18" charset="0"/>
              </a:rPr>
              <a:t> </a:t>
            </a:r>
            <a:r>
              <a:rPr lang="en-US" sz="2200" dirty="0" err="1">
                <a:latin typeface="Times New Roman" panose="02020603050405020304" pitchFamily="18" charset="0"/>
              </a:rPr>
              <a:t>danh</a:t>
            </a:r>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a:latin typeface="Times New Roman" panose="02020603050405020304" pitchFamily="18" charset="0"/>
              </a:rPr>
              <a:t>Thông tin </a:t>
            </a:r>
            <a:r>
              <a:rPr lang="en-US" sz="2200" dirty="0" err="1">
                <a:latin typeface="Times New Roman" panose="02020603050405020304" pitchFamily="18" charset="0"/>
              </a:rPr>
              <a:t>hành</a:t>
            </a:r>
            <a:r>
              <a:rPr lang="en-US" sz="2200" dirty="0">
                <a:latin typeface="Times New Roman" panose="02020603050405020304" pitchFamily="18" charset="0"/>
              </a:rPr>
              <a:t> </a:t>
            </a:r>
            <a:r>
              <a:rPr lang="en-US" sz="2200" dirty="0" err="1">
                <a:latin typeface="Times New Roman" panose="02020603050405020304" pitchFamily="18" charset="0"/>
              </a:rPr>
              <a:t>chính</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Kết</a:t>
            </a:r>
            <a:r>
              <a:rPr lang="en-US" sz="2200" dirty="0">
                <a:latin typeface="Times New Roman" panose="02020603050405020304" pitchFamily="18" charset="0"/>
              </a:rPr>
              <a:t> </a:t>
            </a:r>
            <a:r>
              <a:rPr lang="en-US" sz="2200" dirty="0" err="1">
                <a:latin typeface="Times New Roman" panose="02020603050405020304" pitchFamily="18" charset="0"/>
              </a:rPr>
              <a:t>quả</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lâm</a:t>
            </a:r>
            <a:r>
              <a:rPr lang="en-US" sz="2200" dirty="0">
                <a:latin typeface="Times New Roman" panose="02020603050405020304" pitchFamily="18" charset="0"/>
              </a:rPr>
              <a:t> </a:t>
            </a:r>
            <a:r>
              <a:rPr lang="en-US" sz="2200" dirty="0" err="1">
                <a:latin typeface="Times New Roman" panose="02020603050405020304" pitchFamily="18" charset="0"/>
              </a:rPr>
              <a:t>sàng</a:t>
            </a:r>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Kết</a:t>
            </a:r>
            <a:r>
              <a:rPr lang="en-US" sz="2200" dirty="0">
                <a:latin typeface="Times New Roman" panose="02020603050405020304" pitchFamily="18" charset="0"/>
              </a:rPr>
              <a:t> </a:t>
            </a:r>
            <a:r>
              <a:rPr lang="en-US" sz="2200" dirty="0" err="1">
                <a:latin typeface="Times New Roman" panose="02020603050405020304" pitchFamily="18" charset="0"/>
              </a:rPr>
              <a:t>quả</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chuyên</a:t>
            </a:r>
            <a:r>
              <a:rPr lang="en-US" sz="2200" dirty="0">
                <a:latin typeface="Times New Roman" panose="02020603050405020304" pitchFamily="18" charset="0"/>
              </a:rPr>
              <a:t> khoa;</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Kết</a:t>
            </a:r>
            <a:r>
              <a:rPr lang="en-US" sz="2200" dirty="0">
                <a:latin typeface="Times New Roman" panose="02020603050405020304" pitchFamily="18" charset="0"/>
              </a:rPr>
              <a:t> </a:t>
            </a:r>
            <a:r>
              <a:rPr lang="en-US" sz="2200" dirty="0" err="1">
                <a:latin typeface="Times New Roman" panose="02020603050405020304" pitchFamily="18" charset="0"/>
              </a:rPr>
              <a:t>quả</a:t>
            </a:r>
            <a:r>
              <a:rPr lang="en-US" sz="2200" dirty="0">
                <a:latin typeface="Times New Roman" panose="02020603050405020304" pitchFamily="18" charset="0"/>
              </a:rPr>
              <a:t> </a:t>
            </a:r>
            <a:r>
              <a:rPr lang="en-US" sz="2200" dirty="0" err="1">
                <a:latin typeface="Times New Roman" panose="02020603050405020304" pitchFamily="18" charset="0"/>
              </a:rPr>
              <a:t>xét</a:t>
            </a:r>
            <a:r>
              <a:rPr lang="en-US" sz="2200" dirty="0">
                <a:latin typeface="Times New Roman" panose="02020603050405020304" pitchFamily="18" charset="0"/>
              </a:rPr>
              <a:t> </a:t>
            </a:r>
            <a:r>
              <a:rPr lang="en-US" sz="2200" dirty="0" err="1">
                <a:latin typeface="Times New Roman" panose="02020603050405020304" pitchFamily="18" charset="0"/>
              </a:rPr>
              <a:t>nghiệm</a:t>
            </a:r>
            <a:r>
              <a:rPr lang="vi-VN" sz="2200" dirty="0">
                <a:latin typeface="Times New Roman" panose="02020603050405020304" pitchFamily="18" charset="0"/>
              </a:rPr>
              <a:t> và </a:t>
            </a:r>
            <a:r>
              <a:rPr lang="en-US" sz="2200" dirty="0" err="1">
                <a:latin typeface="Times New Roman" panose="02020603050405020304" pitchFamily="18" charset="0"/>
              </a:rPr>
              <a:t>chẩn</a:t>
            </a:r>
            <a:r>
              <a:rPr lang="en-US" sz="2200" dirty="0">
                <a:latin typeface="Times New Roman" panose="02020603050405020304" pitchFamily="18" charset="0"/>
              </a:rPr>
              <a:t> </a:t>
            </a:r>
            <a:r>
              <a:rPr lang="en-US" sz="2200" dirty="0" err="1">
                <a:latin typeface="Times New Roman" panose="02020603050405020304" pitchFamily="18" charset="0"/>
              </a:rPr>
              <a:t>đoán</a:t>
            </a:r>
            <a:r>
              <a:rPr lang="en-US" sz="2200" dirty="0">
                <a:latin typeface="Times New Roman" panose="02020603050405020304" pitchFamily="18" charset="0"/>
              </a:rPr>
              <a:t> </a:t>
            </a:r>
            <a:r>
              <a:rPr lang="en-US" sz="2200" dirty="0" err="1">
                <a:latin typeface="Times New Roman" panose="02020603050405020304" pitchFamily="18" charset="0"/>
              </a:rPr>
              <a:t>hình</a:t>
            </a:r>
            <a:r>
              <a:rPr lang="en-US" sz="2200" dirty="0">
                <a:latin typeface="Times New Roman" panose="02020603050405020304" pitchFamily="18" charset="0"/>
              </a:rPr>
              <a:t> </a:t>
            </a:r>
            <a:r>
              <a:rPr lang="en-US" sz="2200" dirty="0" err="1">
                <a:latin typeface="Times New Roman" panose="02020603050405020304" pitchFamily="18" charset="0"/>
              </a:rPr>
              <a:t>ảnh</a:t>
            </a:r>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Kết</a:t>
            </a:r>
            <a:r>
              <a:rPr lang="en-US" sz="2200" dirty="0">
                <a:latin typeface="Times New Roman" panose="02020603050405020304" pitchFamily="18" charset="0"/>
              </a:rPr>
              <a:t> </a:t>
            </a:r>
            <a:r>
              <a:rPr lang="en-US" sz="2200" dirty="0" err="1">
                <a:latin typeface="Times New Roman" panose="02020603050405020304" pitchFamily="18" charset="0"/>
              </a:rPr>
              <a:t>luận</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Phân</a:t>
            </a:r>
            <a:r>
              <a:rPr lang="en-US" sz="2200" dirty="0">
                <a:latin typeface="Times New Roman" panose="02020603050405020304" pitchFamily="18" charset="0"/>
              </a:rPr>
              <a:t> </a:t>
            </a:r>
            <a:r>
              <a:rPr lang="en-US" sz="2200" dirty="0" err="1">
                <a:latin typeface="Times New Roman" panose="02020603050405020304" pitchFamily="18" charset="0"/>
              </a:rPr>
              <a:t>loại</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Khuyến</a:t>
            </a:r>
            <a:r>
              <a:rPr lang="en-US" sz="2200" dirty="0">
                <a:latin typeface="Times New Roman" panose="02020603050405020304" pitchFamily="18" charset="0"/>
              </a:rPr>
              <a:t> </a:t>
            </a:r>
            <a:r>
              <a:rPr lang="en-US" sz="2200" dirty="0" err="1">
                <a:latin typeface="Times New Roman" panose="02020603050405020304" pitchFamily="18" charset="0"/>
              </a:rPr>
              <a:t>nghị</a:t>
            </a:r>
            <a:r>
              <a:rPr lang="en-US" sz="2200" dirty="0">
                <a:latin typeface="Times New Roman" panose="02020603050405020304" pitchFamily="18" charset="0"/>
              </a:rPr>
              <a:t> </a:t>
            </a:r>
            <a:r>
              <a:rPr lang="en-US" sz="2200" dirty="0" err="1">
                <a:latin typeface="Times New Roman" panose="02020603050405020304" pitchFamily="18" charset="0"/>
              </a:rPr>
              <a:t>theo</a:t>
            </a:r>
            <a:r>
              <a:rPr lang="en-US" sz="2200" dirty="0">
                <a:latin typeface="Times New Roman" panose="02020603050405020304" pitchFamily="18" charset="0"/>
              </a:rPr>
              <a:t> </a:t>
            </a:r>
            <a:r>
              <a:rPr lang="en-US" sz="2200" dirty="0" err="1">
                <a:latin typeface="Times New Roman" panose="02020603050405020304" pitchFamily="18" charset="0"/>
              </a:rPr>
              <a:t>dõi</a:t>
            </a:r>
            <a:r>
              <a:rPr lang="en-US" sz="2200" dirty="0">
                <a:latin typeface="Times New Roman" panose="02020603050405020304" pitchFamily="18" charset="0"/>
              </a:rPr>
              <a:t>, </a:t>
            </a:r>
            <a:r>
              <a:rPr lang="en-US" sz="2200" dirty="0" err="1">
                <a:latin typeface="Times New Roman" panose="02020603050405020304" pitchFamily="18" charset="0"/>
              </a:rPr>
              <a:t>điều</a:t>
            </a:r>
            <a:r>
              <a:rPr lang="en-US" sz="2200" dirty="0">
                <a:latin typeface="Times New Roman" panose="02020603050405020304" pitchFamily="18" charset="0"/>
              </a:rPr>
              <a:t> </a:t>
            </a:r>
            <a:r>
              <a:rPr lang="en-US" sz="2200" dirty="0" err="1">
                <a:latin typeface="Times New Roman" panose="02020603050405020304" pitchFamily="18" charset="0"/>
              </a:rPr>
              <a:t>trị</a:t>
            </a:r>
            <a:r>
              <a:rPr lang="en-US" sz="2200" dirty="0">
                <a:latin typeface="Times New Roman" panose="02020603050405020304" pitchFamily="18" charset="0"/>
              </a:rPr>
              <a:t>.</a:t>
            </a:r>
          </a:p>
        </p:txBody>
      </p:sp>
    </p:spTree>
    <p:extLst>
      <p:ext uri="{BB962C8B-B14F-4D97-AF65-F5344CB8AC3E}">
        <p14:creationId xmlns:p14="http://schemas.microsoft.com/office/powerpoint/2010/main" val="814024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7F4F0C2E-4342-0FA3-990B-E34BF10CF7A5}"/>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5A022066-A271-6287-B4A8-637FD3F35C0A}"/>
              </a:ext>
            </a:extLst>
          </p:cNvPr>
          <p:cNvSpPr txBox="1">
            <a:spLocks/>
          </p:cNvSpPr>
          <p:nvPr/>
        </p:nvSpPr>
        <p:spPr>
          <a:xfrm>
            <a:off x="1365726" y="0"/>
            <a:ext cx="6412500" cy="11098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Times New Roman" panose="02020603050405020304" pitchFamily="18" charset="0"/>
                <a:cs typeface="Times New Roman" panose="02020603050405020304" pitchFamily="18" charset="0"/>
              </a:rPr>
              <a:t>THU THẬP, CẬP NHẬT DỮ LIỆU</a:t>
            </a:r>
          </a:p>
        </p:txBody>
      </p:sp>
      <p:sp>
        <p:nvSpPr>
          <p:cNvPr id="2" name="TextBox 1">
            <a:extLst>
              <a:ext uri="{FF2B5EF4-FFF2-40B4-BE49-F238E27FC236}">
                <a16:creationId xmlns:a16="http://schemas.microsoft.com/office/drawing/2014/main" xmlns="" id="{D97A4B9C-76AD-1CF3-4086-FA952F52835F}"/>
              </a:ext>
            </a:extLst>
          </p:cNvPr>
          <p:cNvSpPr txBox="1"/>
          <p:nvPr/>
        </p:nvSpPr>
        <p:spPr>
          <a:xfrm>
            <a:off x="103518" y="1123180"/>
            <a:ext cx="9040482" cy="3477875"/>
          </a:xfrm>
          <a:prstGeom prst="rect">
            <a:avLst/>
          </a:prstGeom>
          <a:noFill/>
        </p:spPr>
        <p:txBody>
          <a:bodyPr wrap="square">
            <a:spAutoFit/>
          </a:bodyPr>
          <a:lstStyle/>
          <a:p>
            <a:r>
              <a:rPr lang="en-US" sz="2200" b="1" dirty="0" err="1">
                <a:latin typeface="Times New Roman" panose="02020603050405020304" pitchFamily="18" charset="0"/>
              </a:rPr>
              <a:t>Bước</a:t>
            </a:r>
            <a:r>
              <a:rPr lang="en-US" sz="2200" b="1" dirty="0">
                <a:latin typeface="Times New Roman" panose="02020603050405020304" pitchFamily="18" charset="0"/>
              </a:rPr>
              <a:t> 4. </a:t>
            </a:r>
            <a:r>
              <a:rPr lang="en-US" sz="2200" b="1" dirty="0" err="1">
                <a:latin typeface="Times New Roman" panose="02020603050405020304" pitchFamily="18" charset="0"/>
              </a:rPr>
              <a:t>Kiểm</a:t>
            </a:r>
            <a:r>
              <a:rPr lang="en-US" sz="2200" b="1" dirty="0">
                <a:latin typeface="Times New Roman" panose="02020603050405020304" pitchFamily="18" charset="0"/>
              </a:rPr>
              <a:t> </a:t>
            </a:r>
            <a:r>
              <a:rPr lang="en-US" sz="2200" b="1" dirty="0" err="1">
                <a:latin typeface="Times New Roman" panose="02020603050405020304" pitchFamily="18" charset="0"/>
              </a:rPr>
              <a:t>tra</a:t>
            </a:r>
            <a:r>
              <a:rPr lang="en-US" sz="2200" b="1" dirty="0">
                <a:latin typeface="Times New Roman" panose="02020603050405020304" pitchFamily="18" charset="0"/>
              </a:rPr>
              <a:t> </a:t>
            </a:r>
            <a:r>
              <a:rPr lang="en-US" sz="2200" b="1" dirty="0" err="1">
                <a:latin typeface="Times New Roman" panose="02020603050405020304" pitchFamily="18" charset="0"/>
              </a:rPr>
              <a:t>và</a:t>
            </a:r>
            <a:r>
              <a:rPr lang="en-US" sz="2200" b="1" dirty="0">
                <a:latin typeface="Times New Roman" panose="02020603050405020304" pitchFamily="18" charset="0"/>
              </a:rPr>
              <a:t> </a:t>
            </a:r>
            <a:r>
              <a:rPr lang="en-US" sz="2200" b="1" dirty="0" err="1">
                <a:latin typeface="Times New Roman" panose="02020603050405020304" pitchFamily="18" charset="0"/>
              </a:rPr>
              <a:t>đối</a:t>
            </a:r>
            <a:r>
              <a:rPr lang="en-US" sz="2200" b="1" dirty="0">
                <a:latin typeface="Times New Roman" panose="02020603050405020304" pitchFamily="18" charset="0"/>
              </a:rPr>
              <a:t> </a:t>
            </a:r>
            <a:r>
              <a:rPr lang="en-US" sz="2200" b="1" dirty="0" err="1">
                <a:latin typeface="Times New Roman" panose="02020603050405020304" pitchFamily="18" charset="0"/>
              </a:rPr>
              <a:t>soát</a:t>
            </a:r>
            <a:r>
              <a:rPr lang="en-US" sz="2200" b="1" dirty="0">
                <a:latin typeface="Times New Roman" panose="02020603050405020304" pitchFamily="18" charset="0"/>
              </a:rPr>
              <a:t> </a:t>
            </a:r>
            <a:r>
              <a:rPr lang="en-US" sz="2200" b="1" dirty="0" err="1">
                <a:latin typeface="Times New Roman" panose="02020603050405020304" pitchFamily="18" charset="0"/>
              </a:rPr>
              <a:t>dữ</a:t>
            </a:r>
            <a:r>
              <a:rPr lang="en-US" sz="2200" b="1" dirty="0">
                <a:latin typeface="Times New Roman" panose="02020603050405020304" pitchFamily="18" charset="0"/>
              </a:rPr>
              <a:t> </a:t>
            </a:r>
            <a:r>
              <a:rPr lang="en-US" sz="2200" b="1" dirty="0" err="1">
                <a:latin typeface="Times New Roman" panose="02020603050405020304" pitchFamily="18" charset="0"/>
              </a:rPr>
              <a:t>liệu</a:t>
            </a:r>
            <a:endParaRPr lang="en-US" sz="2200" b="1" dirty="0">
              <a:latin typeface="Times New Roman" panose="02020603050405020304" pitchFamily="18" charset="0"/>
            </a:endParaRPr>
          </a:p>
          <a:p>
            <a:r>
              <a:rPr lang="vi-VN" sz="2200" dirty="0">
                <a:latin typeface="Times New Roman" panose="02020603050405020304" pitchFamily="18" charset="0"/>
              </a:rPr>
              <a:t>- </a:t>
            </a:r>
            <a:r>
              <a:rPr lang="en-US" sz="2200" dirty="0" err="1">
                <a:latin typeface="Times New Roman" panose="02020603050405020304" pitchFamily="18" charset="0"/>
              </a:rPr>
              <a:t>Trước</a:t>
            </a:r>
            <a:r>
              <a:rPr lang="en-US" sz="2200" dirty="0">
                <a:latin typeface="Times New Roman" panose="02020603050405020304" pitchFamily="18" charset="0"/>
              </a:rPr>
              <a:t> </a:t>
            </a:r>
            <a:r>
              <a:rPr lang="en-US" sz="2200" dirty="0" err="1">
                <a:latin typeface="Times New Roman" panose="02020603050405020304" pitchFamily="18" charset="0"/>
              </a:rPr>
              <a:t>khi</a:t>
            </a:r>
            <a:r>
              <a:rPr lang="en-US" sz="2200" dirty="0">
                <a:latin typeface="Times New Roman" panose="02020603050405020304" pitchFamily="18" charset="0"/>
              </a:rPr>
              <a:t> </a:t>
            </a:r>
            <a:r>
              <a:rPr lang="en-US" sz="2200" dirty="0" err="1">
                <a:latin typeface="Times New Roman" panose="02020603050405020304" pitchFamily="18" charset="0"/>
              </a:rPr>
              <a:t>gửi</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cơ</a:t>
            </a:r>
            <a:r>
              <a:rPr lang="en-US" sz="2200" dirty="0">
                <a:latin typeface="Times New Roman" panose="02020603050405020304" pitchFamily="18" charset="0"/>
              </a:rPr>
              <a:t> </a:t>
            </a:r>
            <a:r>
              <a:rPr lang="en-US" sz="2200" dirty="0" err="1">
                <a:latin typeface="Times New Roman" panose="02020603050405020304" pitchFamily="18" charset="0"/>
              </a:rPr>
              <a:t>sở</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bệnh</a:t>
            </a:r>
            <a:r>
              <a:rPr lang="en-US" sz="2200" dirty="0">
                <a:latin typeface="Times New Roman" panose="02020603050405020304" pitchFamily="18" charset="0"/>
              </a:rPr>
              <a:t>, </a:t>
            </a:r>
            <a:r>
              <a:rPr lang="en-US" sz="2200" dirty="0" err="1">
                <a:latin typeface="Times New Roman" panose="02020603050405020304" pitchFamily="18" charset="0"/>
              </a:rPr>
              <a:t>chữa</a:t>
            </a:r>
            <a:r>
              <a:rPr lang="en-US" sz="2200" dirty="0">
                <a:latin typeface="Times New Roman" panose="02020603050405020304" pitchFamily="18" charset="0"/>
              </a:rPr>
              <a:t> </a:t>
            </a:r>
            <a:r>
              <a:rPr lang="en-US" sz="2200" dirty="0" err="1">
                <a:latin typeface="Times New Roman" panose="02020603050405020304" pitchFamily="18" charset="0"/>
              </a:rPr>
              <a:t>bệnh</a:t>
            </a:r>
            <a:r>
              <a:rPr lang="en-US" sz="2200" dirty="0">
                <a:latin typeface="Times New Roman" panose="02020603050405020304" pitchFamily="18" charset="0"/>
              </a:rPr>
              <a:t> </a:t>
            </a:r>
            <a:r>
              <a:rPr lang="en-US" sz="2200" dirty="0" err="1">
                <a:latin typeface="Times New Roman" panose="02020603050405020304" pitchFamily="18" charset="0"/>
              </a:rPr>
              <a:t>phải</a:t>
            </a:r>
            <a:r>
              <a:rPr lang="en-US"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 </a:t>
            </a:r>
            <a:r>
              <a:rPr lang="en-US" sz="2200" dirty="0" err="1">
                <a:latin typeface="Times New Roman" panose="02020603050405020304" pitchFamily="18" charset="0"/>
              </a:rPr>
              <a:t>kiểm</a:t>
            </a:r>
            <a:r>
              <a:rPr lang="en-US" sz="2200" dirty="0">
                <a:latin typeface="Times New Roman" panose="02020603050405020304" pitchFamily="18" charset="0"/>
              </a:rPr>
              <a:t> </a:t>
            </a:r>
            <a:r>
              <a:rPr lang="en-US" sz="2200" dirty="0" err="1">
                <a:latin typeface="Times New Roman" panose="02020603050405020304" pitchFamily="18" charset="0"/>
              </a:rPr>
              <a:t>tra</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Tính</a:t>
            </a:r>
            <a:r>
              <a:rPr lang="en-US" sz="2200" dirty="0">
                <a:latin typeface="Times New Roman" panose="02020603050405020304" pitchFamily="18" charset="0"/>
              </a:rPr>
              <a:t> </a:t>
            </a:r>
            <a:r>
              <a:rPr lang="en-US" sz="2200" dirty="0" err="1">
                <a:latin typeface="Times New Roman" panose="02020603050405020304" pitchFamily="18" charset="0"/>
              </a:rPr>
              <a:t>đầy</a:t>
            </a:r>
            <a:r>
              <a:rPr lang="en-US" sz="2200" dirty="0">
                <a:latin typeface="Times New Roman" panose="02020603050405020304" pitchFamily="18" charset="0"/>
              </a:rPr>
              <a:t> </a:t>
            </a:r>
            <a:r>
              <a:rPr lang="en-US" sz="2200" dirty="0" err="1">
                <a:latin typeface="Times New Roman" panose="02020603050405020304" pitchFamily="18" charset="0"/>
              </a:rPr>
              <a:t>đủ</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Tính</a:t>
            </a:r>
            <a:r>
              <a:rPr lang="en-US" sz="2200" dirty="0">
                <a:latin typeface="Times New Roman" panose="02020603050405020304" pitchFamily="18" charset="0"/>
              </a:rPr>
              <a:t>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lệ</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a:t>
            </a:r>
            <a:r>
              <a:rPr lang="en-US" sz="2200" dirty="0">
                <a:latin typeface="Times New Roman" panose="02020603050405020304" pitchFamily="18" charset="0"/>
              </a:rPr>
              <a:t> </a:t>
            </a:r>
            <a:r>
              <a:rPr lang="en-US" sz="2200" dirty="0" err="1">
                <a:latin typeface="Times New Roman" panose="02020603050405020304" pitchFamily="18" charset="0"/>
              </a:rPr>
              <a:t>Tính</a:t>
            </a:r>
            <a:r>
              <a:rPr lang="en-US" sz="2200" dirty="0">
                <a:latin typeface="Times New Roman" panose="02020603050405020304" pitchFamily="18" charset="0"/>
              </a:rPr>
              <a:t> logic </a:t>
            </a:r>
            <a:r>
              <a:rPr lang="en-US" sz="2200" dirty="0" err="1">
                <a:latin typeface="Times New Roman" panose="02020603050405020304" pitchFamily="18" charset="0"/>
              </a:rPr>
              <a:t>giữa</a:t>
            </a:r>
            <a:r>
              <a:rPr lang="en-US" sz="2200" dirty="0">
                <a:latin typeface="Times New Roman" panose="02020603050405020304" pitchFamily="18" charset="0"/>
              </a:rPr>
              <a:t> </a:t>
            </a:r>
            <a:r>
              <a:rPr lang="en-US" sz="2200" dirty="0" err="1">
                <a:latin typeface="Times New Roman" panose="02020603050405020304" pitchFamily="18" charset="0"/>
              </a:rPr>
              <a:t>các</a:t>
            </a:r>
            <a:r>
              <a:rPr lang="en-US" sz="2200" dirty="0">
                <a:latin typeface="Times New Roman" panose="02020603050405020304" pitchFamily="18" charset="0"/>
              </a:rPr>
              <a:t> </a:t>
            </a:r>
            <a:r>
              <a:rPr lang="en-US" sz="2200" dirty="0" err="1">
                <a:latin typeface="Times New Roman" panose="02020603050405020304" pitchFamily="18" charset="0"/>
              </a:rPr>
              <a:t>trường</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Tính</a:t>
            </a:r>
            <a:r>
              <a:rPr lang="en-US" sz="2200" dirty="0">
                <a:latin typeface="Times New Roman" panose="02020603050405020304" pitchFamily="18" charset="0"/>
              </a:rPr>
              <a:t> </a:t>
            </a:r>
            <a:r>
              <a:rPr lang="en-US" sz="2200" dirty="0" err="1">
                <a:latin typeface="Times New Roman" panose="02020603050405020304" pitchFamily="18" charset="0"/>
              </a:rPr>
              <a:t>thống</a:t>
            </a:r>
            <a:r>
              <a:rPr lang="en-US" sz="2200" dirty="0">
                <a:latin typeface="Times New Roman" panose="02020603050405020304" pitchFamily="18" charset="0"/>
              </a:rPr>
              <a:t> </a:t>
            </a:r>
            <a:r>
              <a:rPr lang="en-US" sz="2200" dirty="0" err="1">
                <a:latin typeface="Times New Roman" panose="02020603050405020304" pitchFamily="18" charset="0"/>
              </a:rPr>
              <a:t>nhất</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thông</a:t>
            </a:r>
            <a:r>
              <a:rPr lang="en-US" sz="2200" dirty="0">
                <a:latin typeface="Times New Roman" panose="02020603050405020304" pitchFamily="18" charset="0"/>
              </a:rPr>
              <a:t> tin </a:t>
            </a:r>
            <a:r>
              <a:rPr lang="en-US" sz="2200" dirty="0" err="1">
                <a:latin typeface="Times New Roman" panose="02020603050405020304" pitchFamily="18" charset="0"/>
              </a:rPr>
              <a:t>định</a:t>
            </a:r>
            <a:r>
              <a:rPr lang="en-US" sz="2200" dirty="0">
                <a:latin typeface="Times New Roman" panose="02020603050405020304" pitchFamily="18" charset="0"/>
              </a:rPr>
              <a:t> </a:t>
            </a:r>
            <a:r>
              <a:rPr lang="en-US" sz="2200" dirty="0" err="1">
                <a:latin typeface="Times New Roman" panose="02020603050405020304" pitchFamily="18" charset="0"/>
              </a:rPr>
              <a:t>danh</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err="1">
                <a:latin typeface="Times New Roman" panose="02020603050405020304" pitchFamily="18" charset="0"/>
              </a:rPr>
              <a:t>Hệ</a:t>
            </a:r>
            <a:r>
              <a:rPr lang="en-US" sz="2200" dirty="0">
                <a:latin typeface="Times New Roman" panose="02020603050405020304" pitchFamily="18" charset="0"/>
              </a:rPr>
              <a:t> </a:t>
            </a:r>
            <a:r>
              <a:rPr lang="en-US" sz="2200" dirty="0" err="1">
                <a:latin typeface="Times New Roman" panose="02020603050405020304" pitchFamily="18" charset="0"/>
              </a:rPr>
              <a:t>thống</a:t>
            </a:r>
            <a:r>
              <a:rPr lang="en-US" sz="2200" dirty="0">
                <a:latin typeface="Times New Roman" panose="02020603050405020304" pitchFamily="18" charset="0"/>
              </a:rPr>
              <a:t> </a:t>
            </a:r>
            <a:r>
              <a:rPr lang="en-US" sz="2200" dirty="0" err="1">
                <a:latin typeface="Times New Roman" panose="02020603050405020304" pitchFamily="18" charset="0"/>
              </a:rPr>
              <a:t>tự</a:t>
            </a:r>
            <a:r>
              <a:rPr lang="en-US" sz="2200" dirty="0">
                <a:latin typeface="Times New Roman" panose="02020603050405020304" pitchFamily="18" charset="0"/>
              </a:rPr>
              <a:t> </a:t>
            </a:r>
            <a:r>
              <a:rPr lang="en-US" sz="2200" dirty="0" err="1">
                <a:latin typeface="Times New Roman" panose="02020603050405020304" pitchFamily="18" charset="0"/>
              </a:rPr>
              <a:t>động</a:t>
            </a:r>
            <a:r>
              <a:rPr lang="en-US" sz="2200" dirty="0">
                <a:latin typeface="Times New Roman" panose="02020603050405020304" pitchFamily="18" charset="0"/>
              </a:rPr>
              <a:t> </a:t>
            </a:r>
            <a:r>
              <a:rPr lang="en-US" sz="2200" dirty="0" err="1">
                <a:latin typeface="Times New Roman" panose="02020603050405020304" pitchFamily="18" charset="0"/>
              </a:rPr>
              <a:t>kiểm</a:t>
            </a:r>
            <a:r>
              <a:rPr lang="en-US" sz="2200" dirty="0">
                <a:latin typeface="Times New Roman" panose="02020603050405020304" pitchFamily="18" charset="0"/>
              </a:rPr>
              <a:t> </a:t>
            </a:r>
            <a:r>
              <a:rPr lang="en-US" sz="2200" dirty="0" err="1">
                <a:latin typeface="Times New Roman" panose="02020603050405020304" pitchFamily="18" charset="0"/>
              </a:rPr>
              <a:t>tra</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Cấu</a:t>
            </a:r>
            <a:r>
              <a:rPr lang="en-US" sz="2200" dirty="0">
                <a:latin typeface="Times New Roman" panose="02020603050405020304" pitchFamily="18" charset="0"/>
              </a:rPr>
              <a:t> </a:t>
            </a:r>
            <a:r>
              <a:rPr lang="en-US" sz="2200" dirty="0" err="1">
                <a:latin typeface="Times New Roman" panose="02020603050405020304" pitchFamily="18" charset="0"/>
              </a:rPr>
              <a:t>trúc</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a:latin typeface="Times New Roman" panose="02020603050405020304" pitchFamily="18" charset="0"/>
              </a:rPr>
              <a:t>Danh </a:t>
            </a:r>
            <a:r>
              <a:rPr lang="en-US" sz="2200" dirty="0" err="1">
                <a:latin typeface="Times New Roman" panose="02020603050405020304" pitchFamily="18" charset="0"/>
              </a:rPr>
              <a:t>mục</a:t>
            </a:r>
            <a:r>
              <a:rPr lang="en-US" sz="2200" dirty="0">
                <a:latin typeface="Times New Roman" panose="02020603050405020304" pitchFamily="18" charset="0"/>
              </a:rPr>
              <a:t> </a:t>
            </a:r>
            <a:r>
              <a:rPr lang="en-US" sz="2200" dirty="0" err="1">
                <a:latin typeface="Times New Roman" panose="02020603050405020304" pitchFamily="18" charset="0"/>
              </a:rPr>
              <a:t>dùng</a:t>
            </a:r>
            <a:r>
              <a:rPr lang="en-US" sz="2200" dirty="0">
                <a:latin typeface="Times New Roman" panose="02020603050405020304" pitchFamily="18" charset="0"/>
              </a:rPr>
              <a:t> </a:t>
            </a:r>
            <a:r>
              <a:rPr lang="en-US" sz="2200" dirty="0" err="1">
                <a:latin typeface="Times New Roman" panose="02020603050405020304" pitchFamily="18" charset="0"/>
              </a:rPr>
              <a:t>chung</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Trùng</a:t>
            </a:r>
            <a:r>
              <a:rPr lang="en-US" sz="2200" dirty="0">
                <a:latin typeface="Times New Roman" panose="02020603050405020304" pitchFamily="18" charset="0"/>
              </a:rPr>
              <a:t> </a:t>
            </a:r>
            <a:r>
              <a:rPr lang="en-US" sz="2200" dirty="0" err="1">
                <a:latin typeface="Times New Roman" panose="02020603050405020304" pitchFamily="18" charset="0"/>
              </a:rPr>
              <a:t>lặp</a:t>
            </a:r>
            <a:r>
              <a:rPr lang="en-US" sz="2200" dirty="0">
                <a:latin typeface="Times New Roman" panose="02020603050405020304" pitchFamily="18" charset="0"/>
              </a:rPr>
              <a:t> </a:t>
            </a:r>
            <a:r>
              <a:rPr lang="en-US" sz="2200" dirty="0" err="1">
                <a:latin typeface="Times New Roman" panose="02020603050405020304" pitchFamily="18" charset="0"/>
              </a:rPr>
              <a:t>hồ</a:t>
            </a:r>
            <a:r>
              <a:rPr lang="en-US" sz="2200" dirty="0">
                <a:latin typeface="Times New Roman" panose="02020603050405020304" pitchFamily="18" charset="0"/>
              </a:rPr>
              <a:t> </a:t>
            </a:r>
            <a:r>
              <a:rPr lang="en-US" sz="2200" dirty="0" err="1">
                <a:latin typeface="Times New Roman" panose="02020603050405020304" pitchFamily="18" charset="0"/>
              </a:rPr>
              <a:t>sơ</a:t>
            </a:r>
            <a:r>
              <a:rPr lang="en-US" sz="2200" dirty="0">
                <a:latin typeface="Times New Roman" panose="02020603050405020304" pitchFamily="18" charset="0"/>
              </a:rPr>
              <a:t>;	</a:t>
            </a:r>
            <a:r>
              <a:rPr lang="vi-VN" sz="2200" dirty="0">
                <a:latin typeface="Times New Roman" panose="02020603050405020304" pitchFamily="18" charset="0"/>
              </a:rPr>
              <a:t>+</a:t>
            </a:r>
            <a:r>
              <a:rPr lang="en-US" sz="2200" dirty="0" err="1">
                <a:latin typeface="Times New Roman" panose="02020603050405020304" pitchFamily="18" charset="0"/>
              </a:rPr>
              <a:t>Thiếu</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bắt</a:t>
            </a:r>
            <a:r>
              <a:rPr lang="en-US" sz="2200" dirty="0">
                <a:latin typeface="Times New Roman" panose="02020603050405020304" pitchFamily="18" charset="0"/>
              </a:rPr>
              <a:t> </a:t>
            </a:r>
            <a:r>
              <a:rPr lang="en-US" sz="2200" dirty="0" err="1">
                <a:latin typeface="Times New Roman" panose="02020603050405020304" pitchFamily="18" charset="0"/>
              </a:rPr>
              <a:t>buộc</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a:latin typeface="Times New Roman" panose="02020603050405020304" pitchFamily="18" charset="0"/>
              </a:rPr>
              <a:t>Trường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phát</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 </a:t>
            </a:r>
            <a:r>
              <a:rPr lang="en-US" sz="2200" dirty="0" err="1">
                <a:latin typeface="Times New Roman" panose="02020603050405020304" pitchFamily="18" charset="0"/>
              </a:rPr>
              <a:t>lỗi</a:t>
            </a:r>
            <a:r>
              <a:rPr lang="en-US" sz="2200" dirty="0">
                <a:latin typeface="Times New Roman" panose="02020603050405020304" pitchFamily="18" charset="0"/>
              </a:rPr>
              <a:t>, </a:t>
            </a:r>
            <a:r>
              <a:rPr lang="en-US" sz="2200" dirty="0" err="1">
                <a:latin typeface="Times New Roman" panose="02020603050405020304" pitchFamily="18" charset="0"/>
              </a:rPr>
              <a:t>đơn</a:t>
            </a:r>
            <a:r>
              <a:rPr lang="en-US" sz="2200" dirty="0">
                <a:latin typeface="Times New Roman" panose="02020603050405020304" pitchFamily="18" charset="0"/>
              </a:rPr>
              <a:t> </a:t>
            </a:r>
            <a:r>
              <a:rPr lang="en-US" sz="2200" dirty="0" err="1">
                <a:latin typeface="Times New Roman" panose="02020603050405020304" pitchFamily="18" charset="0"/>
              </a:rPr>
              <a:t>vị</a:t>
            </a:r>
            <a:r>
              <a:rPr lang="en-US" sz="2200" dirty="0">
                <a:latin typeface="Times New Roman" panose="02020603050405020304" pitchFamily="18" charset="0"/>
              </a:rPr>
              <a:t> </a:t>
            </a:r>
            <a:r>
              <a:rPr lang="en-US" sz="2200" dirty="0" err="1">
                <a:latin typeface="Times New Roman" panose="02020603050405020304" pitchFamily="18" charset="0"/>
              </a:rPr>
              <a:t>phải</a:t>
            </a:r>
            <a:r>
              <a:rPr lang="en-US"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 </a:t>
            </a:r>
            <a:r>
              <a:rPr lang="en-US" sz="2200" dirty="0" err="1">
                <a:latin typeface="Times New Roman" panose="02020603050405020304" pitchFamily="18" charset="0"/>
              </a:rPr>
              <a:t>hiệu</a:t>
            </a:r>
            <a:r>
              <a:rPr lang="en-US" sz="2200" dirty="0">
                <a:latin typeface="Times New Roman" panose="02020603050405020304" pitchFamily="18" charset="0"/>
              </a:rPr>
              <a:t> </a:t>
            </a:r>
            <a:r>
              <a:rPr lang="en-US" sz="2200" dirty="0" err="1">
                <a:latin typeface="Times New Roman" panose="02020603050405020304" pitchFamily="18" charset="0"/>
              </a:rPr>
              <a:t>chỉnh</a:t>
            </a:r>
            <a:r>
              <a:rPr lang="en-US" sz="2200" dirty="0">
                <a:latin typeface="Times New Roman" panose="02020603050405020304" pitchFamily="18" charset="0"/>
              </a:rPr>
              <a:t> </a:t>
            </a:r>
            <a:r>
              <a:rPr lang="en-US" sz="2200" dirty="0" err="1">
                <a:latin typeface="Times New Roman" panose="02020603050405020304" pitchFamily="18" charset="0"/>
              </a:rPr>
              <a:t>trước</a:t>
            </a:r>
            <a:r>
              <a:rPr lang="en-US" sz="2200" dirty="0">
                <a:latin typeface="Times New Roman" panose="02020603050405020304" pitchFamily="18" charset="0"/>
              </a:rPr>
              <a:t> </a:t>
            </a:r>
            <a:r>
              <a:rPr lang="en-US" sz="2200" dirty="0" err="1">
                <a:latin typeface="Times New Roman" panose="02020603050405020304" pitchFamily="18" charset="0"/>
              </a:rPr>
              <a:t>khi</a:t>
            </a:r>
            <a:r>
              <a:rPr lang="en-US" sz="2200" dirty="0">
                <a:latin typeface="Times New Roman" panose="02020603050405020304" pitchFamily="18" charset="0"/>
              </a:rPr>
              <a:t> </a:t>
            </a:r>
            <a:r>
              <a:rPr lang="en-US" sz="2200" dirty="0" err="1">
                <a:latin typeface="Times New Roman" panose="02020603050405020304" pitchFamily="18" charset="0"/>
              </a:rPr>
              <a:t>gửi</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a:t>
            </a:r>
          </a:p>
        </p:txBody>
      </p:sp>
    </p:spTree>
    <p:extLst>
      <p:ext uri="{BB962C8B-B14F-4D97-AF65-F5344CB8AC3E}">
        <p14:creationId xmlns:p14="http://schemas.microsoft.com/office/powerpoint/2010/main" val="2204447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4FD13BB2-2281-8586-A5BC-62517948D2A9}"/>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D74D6BF6-06E0-61C3-7FF7-4593BA694EB4}"/>
              </a:ext>
            </a:extLst>
          </p:cNvPr>
          <p:cNvSpPr txBox="1">
            <a:spLocks/>
          </p:cNvSpPr>
          <p:nvPr/>
        </p:nvSpPr>
        <p:spPr>
          <a:xfrm>
            <a:off x="1365726" y="0"/>
            <a:ext cx="6412500" cy="11098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Times New Roman" panose="02020603050405020304" pitchFamily="18" charset="0"/>
                <a:cs typeface="Times New Roman" panose="02020603050405020304" pitchFamily="18" charset="0"/>
              </a:rPr>
              <a:t>THU THẬP, CẬP NHẬT DỮ LIỆU</a:t>
            </a:r>
          </a:p>
        </p:txBody>
      </p:sp>
      <p:sp>
        <p:nvSpPr>
          <p:cNvPr id="2" name="TextBox 1">
            <a:extLst>
              <a:ext uri="{FF2B5EF4-FFF2-40B4-BE49-F238E27FC236}">
                <a16:creationId xmlns:a16="http://schemas.microsoft.com/office/drawing/2014/main" xmlns="" id="{A99B798D-6DFB-D5AA-1AB8-784AD49ACA22}"/>
              </a:ext>
            </a:extLst>
          </p:cNvPr>
          <p:cNvSpPr txBox="1"/>
          <p:nvPr/>
        </p:nvSpPr>
        <p:spPr>
          <a:xfrm>
            <a:off x="103518" y="1123180"/>
            <a:ext cx="9040482" cy="3785652"/>
          </a:xfrm>
          <a:prstGeom prst="rect">
            <a:avLst/>
          </a:prstGeom>
          <a:noFill/>
        </p:spPr>
        <p:txBody>
          <a:bodyPr wrap="square">
            <a:spAutoFit/>
          </a:bodyPr>
          <a:lstStyle/>
          <a:p>
            <a:r>
              <a:rPr lang="en-US" sz="2000" b="1" dirty="0" err="1">
                <a:latin typeface="Times New Roman" panose="02020603050405020304" pitchFamily="18" charset="0"/>
              </a:rPr>
              <a:t>Bước</a:t>
            </a:r>
            <a:r>
              <a:rPr lang="en-US" sz="2000" b="1" dirty="0">
                <a:latin typeface="Times New Roman" panose="02020603050405020304" pitchFamily="18" charset="0"/>
              </a:rPr>
              <a:t> 5. </a:t>
            </a:r>
            <a:r>
              <a:rPr lang="en-US" sz="2000" b="1" dirty="0" err="1">
                <a:latin typeface="Times New Roman" panose="02020603050405020304" pitchFamily="18" charset="0"/>
              </a:rPr>
              <a:t>Ký</a:t>
            </a:r>
            <a:r>
              <a:rPr lang="en-US" sz="2000" b="1" dirty="0">
                <a:latin typeface="Times New Roman" panose="02020603050405020304" pitchFamily="18" charset="0"/>
              </a:rPr>
              <a:t> </a:t>
            </a:r>
            <a:r>
              <a:rPr lang="en-US" sz="2000" b="1" dirty="0" err="1">
                <a:latin typeface="Times New Roman" panose="02020603050405020304" pitchFamily="18" charset="0"/>
              </a:rPr>
              <a:t>số</a:t>
            </a:r>
            <a:r>
              <a:rPr lang="en-US" sz="2000" b="1" dirty="0">
                <a:latin typeface="Times New Roman" panose="02020603050405020304" pitchFamily="18" charset="0"/>
              </a:rPr>
              <a:t> </a:t>
            </a:r>
            <a:r>
              <a:rPr lang="en-US" sz="2000" b="1" dirty="0" err="1">
                <a:latin typeface="Times New Roman" panose="02020603050405020304" pitchFamily="18" charset="0"/>
              </a:rPr>
              <a:t>dữ</a:t>
            </a:r>
            <a:r>
              <a:rPr lang="en-US" sz="2000" b="1" dirty="0">
                <a:latin typeface="Times New Roman" panose="02020603050405020304" pitchFamily="18" charset="0"/>
              </a:rPr>
              <a:t> </a:t>
            </a:r>
            <a:r>
              <a:rPr lang="en-US" sz="2000" b="1" dirty="0" err="1">
                <a:latin typeface="Times New Roman" panose="02020603050405020304" pitchFamily="18" charset="0"/>
              </a:rPr>
              <a:t>liệu</a:t>
            </a:r>
            <a:endParaRPr lang="en-US" sz="2000" b="1" dirty="0">
              <a:latin typeface="Times New Roman" panose="02020603050405020304" pitchFamily="18" charset="0"/>
            </a:endParaRPr>
          </a:p>
          <a:p>
            <a:r>
              <a:rPr lang="vi-VN" sz="2000" dirty="0">
                <a:latin typeface="Times New Roman" panose="02020603050405020304" pitchFamily="18" charset="0"/>
              </a:rPr>
              <a:t>- </a:t>
            </a:r>
            <a:r>
              <a:rPr lang="en-US" sz="2000" dirty="0" err="1">
                <a:latin typeface="Times New Roman" panose="02020603050405020304" pitchFamily="18" charset="0"/>
              </a:rPr>
              <a:t>Dữ</a:t>
            </a:r>
            <a:r>
              <a:rPr lang="en-US" sz="2000" dirty="0">
                <a:latin typeface="Times New Roman" panose="02020603050405020304" pitchFamily="18" charset="0"/>
              </a:rPr>
              <a:t> </a:t>
            </a:r>
            <a:r>
              <a:rPr lang="en-US" sz="2000" dirty="0" err="1">
                <a:latin typeface="Times New Roman" panose="02020603050405020304" pitchFamily="18" charset="0"/>
              </a:rPr>
              <a:t>liệu</a:t>
            </a:r>
            <a:r>
              <a:rPr lang="en-US" sz="2000" dirty="0">
                <a:latin typeface="Times New Roman" panose="02020603050405020304" pitchFamily="18" charset="0"/>
              </a:rPr>
              <a:t> </a:t>
            </a:r>
            <a:r>
              <a:rPr lang="en-US" sz="2000" dirty="0" err="1">
                <a:latin typeface="Times New Roman" panose="02020603050405020304" pitchFamily="18" charset="0"/>
              </a:rPr>
              <a:t>khám</a:t>
            </a:r>
            <a:r>
              <a:rPr lang="en-US" sz="2000" dirty="0">
                <a:latin typeface="Times New Roman" panose="02020603050405020304" pitchFamily="18" charset="0"/>
              </a:rPr>
              <a:t> </a:t>
            </a:r>
            <a:r>
              <a:rPr lang="en-US" sz="2000" dirty="0" err="1">
                <a:latin typeface="Times New Roman" panose="02020603050405020304" pitchFamily="18" charset="0"/>
              </a:rPr>
              <a:t>sức</a:t>
            </a:r>
            <a:r>
              <a:rPr lang="en-US" sz="2000" dirty="0">
                <a:latin typeface="Times New Roman" panose="02020603050405020304" pitchFamily="18" charset="0"/>
              </a:rPr>
              <a:t> </a:t>
            </a:r>
            <a:r>
              <a:rPr lang="en-US" sz="2000" dirty="0" err="1">
                <a:latin typeface="Times New Roman" panose="02020603050405020304" pitchFamily="18" charset="0"/>
              </a:rPr>
              <a:t>khỏe</a:t>
            </a:r>
            <a:r>
              <a:rPr lang="en-US" sz="2000" dirty="0">
                <a:latin typeface="Times New Roman" panose="02020603050405020304" pitchFamily="18" charset="0"/>
              </a:rPr>
              <a:t> </a:t>
            </a:r>
            <a:r>
              <a:rPr lang="en-US" sz="2000" dirty="0" err="1">
                <a:latin typeface="Times New Roman" panose="02020603050405020304" pitchFamily="18" charset="0"/>
              </a:rPr>
              <a:t>phải</a:t>
            </a:r>
            <a:r>
              <a:rPr lang="en-US" sz="2000" dirty="0">
                <a:latin typeface="Times New Roman" panose="02020603050405020304" pitchFamily="18" charset="0"/>
              </a:rPr>
              <a:t> </a:t>
            </a:r>
            <a:r>
              <a:rPr lang="en-US" sz="2000" dirty="0" err="1">
                <a:latin typeface="Times New Roman" panose="02020603050405020304" pitchFamily="18" charset="0"/>
              </a:rPr>
              <a:t>được</a:t>
            </a:r>
            <a:r>
              <a:rPr lang="en-US" sz="2000" dirty="0">
                <a:latin typeface="Times New Roman" panose="02020603050405020304" pitchFamily="18" charset="0"/>
              </a:rPr>
              <a:t> </a:t>
            </a:r>
            <a:r>
              <a:rPr lang="en-US" sz="2000" dirty="0" err="1">
                <a:latin typeface="Times New Roman" panose="02020603050405020304" pitchFamily="18" charset="0"/>
              </a:rPr>
              <a:t>ký</a:t>
            </a:r>
            <a:r>
              <a:rPr lang="en-US" sz="2000" dirty="0">
                <a:latin typeface="Times New Roman" panose="02020603050405020304" pitchFamily="18" charset="0"/>
              </a:rPr>
              <a:t> </a:t>
            </a:r>
            <a:r>
              <a:rPr lang="en-US" sz="2000" dirty="0" err="1">
                <a:latin typeface="Times New Roman" panose="02020603050405020304" pitchFamily="18" charset="0"/>
              </a:rPr>
              <a:t>số</a:t>
            </a:r>
            <a:r>
              <a:rPr lang="en-US" sz="2000" dirty="0">
                <a:latin typeface="Times New Roman" panose="02020603050405020304" pitchFamily="18" charset="0"/>
              </a:rPr>
              <a:t> </a:t>
            </a:r>
            <a:r>
              <a:rPr lang="en-US" sz="2000" dirty="0" err="1">
                <a:latin typeface="Times New Roman" panose="02020603050405020304" pitchFamily="18" charset="0"/>
              </a:rPr>
              <a:t>bởi</a:t>
            </a:r>
            <a:r>
              <a:rPr lang="en-US" sz="2000" dirty="0">
                <a:latin typeface="Times New Roman" panose="02020603050405020304" pitchFamily="18" charset="0"/>
              </a:rPr>
              <a:t> </a:t>
            </a:r>
            <a:r>
              <a:rPr lang="en-US" sz="2000" dirty="0" err="1">
                <a:latin typeface="Times New Roman" panose="02020603050405020304" pitchFamily="18" charset="0"/>
              </a:rPr>
              <a:t>cơ</a:t>
            </a:r>
            <a:r>
              <a:rPr lang="en-US" sz="2000" dirty="0">
                <a:latin typeface="Times New Roman" panose="02020603050405020304" pitchFamily="18" charset="0"/>
              </a:rPr>
              <a:t> </a:t>
            </a:r>
            <a:r>
              <a:rPr lang="en-US" sz="2000" dirty="0" err="1">
                <a:latin typeface="Times New Roman" panose="02020603050405020304" pitchFamily="18" charset="0"/>
              </a:rPr>
              <a:t>sở</a:t>
            </a:r>
            <a:r>
              <a:rPr lang="en-US" sz="2000" dirty="0">
                <a:latin typeface="Times New Roman" panose="02020603050405020304" pitchFamily="18" charset="0"/>
              </a:rPr>
              <a:t> </a:t>
            </a:r>
            <a:r>
              <a:rPr lang="en-US" sz="2000" dirty="0" err="1">
                <a:latin typeface="Times New Roman" panose="02020603050405020304" pitchFamily="18" charset="0"/>
              </a:rPr>
              <a:t>khám</a:t>
            </a:r>
            <a:r>
              <a:rPr lang="en-US" sz="2000" dirty="0">
                <a:latin typeface="Times New Roman" panose="02020603050405020304" pitchFamily="18" charset="0"/>
              </a:rPr>
              <a:t> </a:t>
            </a:r>
            <a:r>
              <a:rPr lang="en-US" sz="2000" dirty="0" err="1">
                <a:latin typeface="Times New Roman" panose="02020603050405020304" pitchFamily="18" charset="0"/>
              </a:rPr>
              <a:t>bệnh</a:t>
            </a:r>
            <a:r>
              <a:rPr lang="en-US" sz="2000" dirty="0">
                <a:latin typeface="Times New Roman" panose="02020603050405020304" pitchFamily="18" charset="0"/>
              </a:rPr>
              <a:t>, </a:t>
            </a:r>
            <a:r>
              <a:rPr lang="en-US" sz="2000" dirty="0" err="1">
                <a:latin typeface="Times New Roman" panose="02020603050405020304" pitchFamily="18" charset="0"/>
              </a:rPr>
              <a:t>chữa</a:t>
            </a:r>
            <a:r>
              <a:rPr lang="en-US" sz="2000" dirty="0">
                <a:latin typeface="Times New Roman" panose="02020603050405020304" pitchFamily="18" charset="0"/>
              </a:rPr>
              <a:t> </a:t>
            </a:r>
            <a:r>
              <a:rPr lang="en-US" sz="2000" dirty="0" err="1">
                <a:latin typeface="Times New Roman" panose="02020603050405020304" pitchFamily="18" charset="0"/>
              </a:rPr>
              <a:t>bệnh</a:t>
            </a:r>
            <a:r>
              <a:rPr lang="en-US" sz="2000" dirty="0">
                <a:latin typeface="Times New Roman" panose="02020603050405020304" pitchFamily="18" charset="0"/>
              </a:rPr>
              <a:t> </a:t>
            </a:r>
            <a:r>
              <a:rPr lang="en-US" sz="2000" dirty="0" err="1">
                <a:latin typeface="Times New Roman" panose="02020603050405020304" pitchFamily="18" charset="0"/>
              </a:rPr>
              <a:t>trước</a:t>
            </a:r>
            <a:r>
              <a:rPr lang="en-US" sz="2000" dirty="0">
                <a:latin typeface="Times New Roman" panose="02020603050405020304" pitchFamily="18" charset="0"/>
              </a:rPr>
              <a:t> </a:t>
            </a:r>
            <a:r>
              <a:rPr lang="en-US" sz="2000" dirty="0" err="1">
                <a:latin typeface="Times New Roman" panose="02020603050405020304" pitchFamily="18" charset="0"/>
              </a:rPr>
              <a:t>khi</a:t>
            </a:r>
            <a:r>
              <a:rPr lang="en-US" sz="2000" dirty="0">
                <a:latin typeface="Times New Roman" panose="02020603050405020304" pitchFamily="18" charset="0"/>
              </a:rPr>
              <a:t> </a:t>
            </a:r>
            <a:r>
              <a:rPr lang="en-US" sz="2000" dirty="0" err="1">
                <a:latin typeface="Times New Roman" panose="02020603050405020304" pitchFamily="18" charset="0"/>
              </a:rPr>
              <a:t>gửi</a:t>
            </a:r>
            <a:r>
              <a:rPr lang="en-US" sz="2000" dirty="0">
                <a:latin typeface="Times New Roman" panose="02020603050405020304" pitchFamily="18" charset="0"/>
              </a:rPr>
              <a:t> </a:t>
            </a:r>
            <a:r>
              <a:rPr lang="en-US" sz="2000" dirty="0" err="1">
                <a:latin typeface="Times New Roman" panose="02020603050405020304" pitchFamily="18" charset="0"/>
              </a:rPr>
              <a:t>lên</a:t>
            </a:r>
            <a:r>
              <a:rPr lang="en-US" sz="2000" dirty="0">
                <a:latin typeface="Times New Roman" panose="02020603050405020304" pitchFamily="18" charset="0"/>
              </a:rPr>
              <a:t> </a:t>
            </a:r>
            <a:r>
              <a:rPr lang="en-US" sz="2000" dirty="0" err="1">
                <a:latin typeface="Times New Roman" panose="02020603050405020304" pitchFamily="18" charset="0"/>
              </a:rPr>
              <a:t>Cổng</a:t>
            </a:r>
            <a:r>
              <a:rPr lang="en-US" sz="2000" dirty="0">
                <a:latin typeface="Times New Roman" panose="02020603050405020304" pitchFamily="18" charset="0"/>
              </a:rPr>
              <a:t> </a:t>
            </a:r>
            <a:r>
              <a:rPr lang="en-US" sz="2000" dirty="0" err="1">
                <a:latin typeface="Times New Roman" panose="02020603050405020304" pitchFamily="18" charset="0"/>
              </a:rPr>
              <a:t>dữ</a:t>
            </a:r>
            <a:r>
              <a:rPr lang="en-US" sz="2000" dirty="0">
                <a:latin typeface="Times New Roman" panose="02020603050405020304" pitchFamily="18" charset="0"/>
              </a:rPr>
              <a:t> </a:t>
            </a:r>
            <a:r>
              <a:rPr lang="en-US" sz="2000" dirty="0" err="1">
                <a:latin typeface="Times New Roman" panose="02020603050405020304" pitchFamily="18" charset="0"/>
              </a:rPr>
              <a:t>liệu</a:t>
            </a:r>
            <a:r>
              <a:rPr lang="en-US" sz="2000" dirty="0">
                <a:latin typeface="Times New Roman" panose="02020603050405020304" pitchFamily="18" charset="0"/>
              </a:rPr>
              <a:t> </a:t>
            </a:r>
            <a:r>
              <a:rPr lang="en-US" sz="2000" dirty="0" err="1">
                <a:latin typeface="Times New Roman" panose="02020603050405020304" pitchFamily="18" charset="0"/>
              </a:rPr>
              <a:t>sức</a:t>
            </a:r>
            <a:r>
              <a:rPr lang="en-US" sz="2000" dirty="0">
                <a:latin typeface="Times New Roman" panose="02020603050405020304" pitchFamily="18" charset="0"/>
              </a:rPr>
              <a:t> </a:t>
            </a:r>
            <a:r>
              <a:rPr lang="en-US" sz="2000" dirty="0" err="1">
                <a:latin typeface="Times New Roman" panose="02020603050405020304" pitchFamily="18" charset="0"/>
              </a:rPr>
              <a:t>khỏe</a:t>
            </a:r>
            <a:r>
              <a:rPr lang="en-US" sz="2000" dirty="0">
                <a:latin typeface="Times New Roman" panose="02020603050405020304" pitchFamily="18" charset="0"/>
              </a:rPr>
              <a:t>.</a:t>
            </a:r>
          </a:p>
          <a:p>
            <a:r>
              <a:rPr lang="vi-VN" sz="2000" dirty="0">
                <a:latin typeface="Times New Roman" panose="02020603050405020304" pitchFamily="18" charset="0"/>
              </a:rPr>
              <a:t>- </a:t>
            </a:r>
            <a:r>
              <a:rPr lang="en-US" sz="2000" dirty="0" err="1">
                <a:latin typeface="Times New Roman" panose="02020603050405020304" pitchFamily="18" charset="0"/>
              </a:rPr>
              <a:t>Chữ</a:t>
            </a:r>
            <a:r>
              <a:rPr lang="en-US" sz="2000" dirty="0">
                <a:latin typeface="Times New Roman" panose="02020603050405020304" pitchFamily="18" charset="0"/>
              </a:rPr>
              <a:t> </a:t>
            </a:r>
            <a:r>
              <a:rPr lang="en-US" sz="2000" dirty="0" err="1">
                <a:latin typeface="Times New Roman" panose="02020603050405020304" pitchFamily="18" charset="0"/>
              </a:rPr>
              <a:t>ký</a:t>
            </a:r>
            <a:r>
              <a:rPr lang="en-US" sz="2000" dirty="0">
                <a:latin typeface="Times New Roman" panose="02020603050405020304" pitchFamily="18" charset="0"/>
              </a:rPr>
              <a:t> </a:t>
            </a:r>
            <a:r>
              <a:rPr lang="en-US" sz="2000" dirty="0" err="1">
                <a:latin typeface="Times New Roman" panose="02020603050405020304" pitchFamily="18" charset="0"/>
              </a:rPr>
              <a:t>số</a:t>
            </a:r>
            <a:r>
              <a:rPr lang="en-US" sz="2000" dirty="0">
                <a:latin typeface="Times New Roman" panose="02020603050405020304" pitchFamily="18" charset="0"/>
              </a:rPr>
              <a:t> </a:t>
            </a:r>
            <a:r>
              <a:rPr lang="en-US" sz="2000" dirty="0" err="1">
                <a:latin typeface="Times New Roman" panose="02020603050405020304" pitchFamily="18" charset="0"/>
              </a:rPr>
              <a:t>phải</a:t>
            </a:r>
            <a:r>
              <a:rPr lang="en-US" sz="2000" dirty="0">
                <a:latin typeface="Times New Roman" panose="02020603050405020304" pitchFamily="18" charset="0"/>
              </a:rPr>
              <a:t> </a:t>
            </a:r>
            <a:r>
              <a:rPr lang="en-US" sz="2000" dirty="0" err="1">
                <a:latin typeface="Times New Roman" panose="02020603050405020304" pitchFamily="18" charset="0"/>
              </a:rPr>
              <a:t>đáp</a:t>
            </a:r>
            <a:r>
              <a:rPr lang="en-US" sz="2000" dirty="0">
                <a:latin typeface="Times New Roman" panose="02020603050405020304" pitchFamily="18" charset="0"/>
              </a:rPr>
              <a:t> </a:t>
            </a:r>
            <a:r>
              <a:rPr lang="en-US" sz="2000" dirty="0" err="1">
                <a:latin typeface="Times New Roman" panose="02020603050405020304" pitchFamily="18" charset="0"/>
              </a:rPr>
              <a:t>ứng</a:t>
            </a:r>
            <a:r>
              <a:rPr lang="en-US" sz="2000" dirty="0">
                <a:latin typeface="Times New Roman" panose="02020603050405020304" pitchFamily="18" charset="0"/>
              </a:rPr>
              <a:t> </a:t>
            </a:r>
            <a:r>
              <a:rPr lang="en-US" sz="2000" dirty="0" err="1">
                <a:latin typeface="Times New Roman" panose="02020603050405020304" pitchFamily="18" charset="0"/>
              </a:rPr>
              <a:t>quy</a:t>
            </a:r>
            <a:r>
              <a:rPr lang="en-US" sz="2000" dirty="0">
                <a:latin typeface="Times New Roman" panose="02020603050405020304" pitchFamily="18" charset="0"/>
              </a:rPr>
              <a:t> </a:t>
            </a:r>
            <a:r>
              <a:rPr lang="en-US" sz="2000" dirty="0" err="1">
                <a:latin typeface="Times New Roman" panose="02020603050405020304" pitchFamily="18" charset="0"/>
              </a:rPr>
              <a:t>định</a:t>
            </a:r>
            <a:r>
              <a:rPr lang="en-US" sz="2000" dirty="0">
                <a:latin typeface="Times New Roman" panose="02020603050405020304" pitchFamily="18" charset="0"/>
              </a:rPr>
              <a:t> </a:t>
            </a:r>
            <a:r>
              <a:rPr lang="en-US" sz="2000" dirty="0" err="1">
                <a:latin typeface="Times New Roman" panose="02020603050405020304" pitchFamily="18" charset="0"/>
              </a:rPr>
              <a:t>của</a:t>
            </a:r>
            <a:r>
              <a:rPr lang="en-US" sz="2000" dirty="0">
                <a:latin typeface="Times New Roman" panose="02020603050405020304" pitchFamily="18" charset="0"/>
              </a:rPr>
              <a:t> </a:t>
            </a:r>
            <a:r>
              <a:rPr lang="en-US" sz="2000" dirty="0" err="1">
                <a:latin typeface="Times New Roman" panose="02020603050405020304" pitchFamily="18" charset="0"/>
              </a:rPr>
              <a:t>pháp</a:t>
            </a:r>
            <a:r>
              <a:rPr lang="en-US" sz="2000" dirty="0">
                <a:latin typeface="Times New Roman" panose="02020603050405020304" pitchFamily="18" charset="0"/>
              </a:rPr>
              <a:t> </a:t>
            </a:r>
            <a:r>
              <a:rPr lang="en-US" sz="2000" dirty="0" err="1">
                <a:latin typeface="Times New Roman" panose="02020603050405020304" pitchFamily="18" charset="0"/>
              </a:rPr>
              <a:t>luật</a:t>
            </a:r>
            <a:r>
              <a:rPr lang="en-US" sz="2000" dirty="0">
                <a:latin typeface="Times New Roman" panose="02020603050405020304" pitchFamily="18" charset="0"/>
              </a:rPr>
              <a:t> </a:t>
            </a:r>
            <a:r>
              <a:rPr lang="en-US" sz="2000" dirty="0" err="1">
                <a:latin typeface="Times New Roman" panose="02020603050405020304" pitchFamily="18" charset="0"/>
              </a:rPr>
              <a:t>về</a:t>
            </a:r>
            <a:r>
              <a:rPr lang="en-US" sz="2000" dirty="0">
                <a:latin typeface="Times New Roman" panose="02020603050405020304" pitchFamily="18" charset="0"/>
              </a:rPr>
              <a:t> </a:t>
            </a:r>
            <a:r>
              <a:rPr lang="en-US" sz="2000" dirty="0" err="1">
                <a:latin typeface="Times New Roman" panose="02020603050405020304" pitchFamily="18" charset="0"/>
              </a:rPr>
              <a:t>giao</a:t>
            </a:r>
            <a:r>
              <a:rPr lang="en-US" sz="2000" dirty="0">
                <a:latin typeface="Times New Roman" panose="02020603050405020304" pitchFamily="18" charset="0"/>
              </a:rPr>
              <a:t> </a:t>
            </a:r>
            <a:r>
              <a:rPr lang="en-US" sz="2000" dirty="0" err="1">
                <a:latin typeface="Times New Roman" panose="02020603050405020304" pitchFamily="18" charset="0"/>
              </a:rPr>
              <a:t>dịch</a:t>
            </a:r>
            <a:r>
              <a:rPr lang="en-US" sz="2000" dirty="0">
                <a:latin typeface="Times New Roman" panose="02020603050405020304" pitchFamily="18" charset="0"/>
              </a:rPr>
              <a:t> </a:t>
            </a:r>
            <a:r>
              <a:rPr lang="en-US" sz="2000" dirty="0" err="1">
                <a:latin typeface="Times New Roman" panose="02020603050405020304" pitchFamily="18" charset="0"/>
              </a:rPr>
              <a:t>điện</a:t>
            </a:r>
            <a:r>
              <a:rPr lang="en-US" sz="2000" dirty="0">
                <a:latin typeface="Times New Roman" panose="02020603050405020304" pitchFamily="18" charset="0"/>
              </a:rPr>
              <a:t> </a:t>
            </a:r>
            <a:r>
              <a:rPr lang="en-US" sz="2000" dirty="0" err="1">
                <a:latin typeface="Times New Roman" panose="02020603050405020304" pitchFamily="18" charset="0"/>
              </a:rPr>
              <a:t>tử</a:t>
            </a:r>
            <a:r>
              <a:rPr lang="en-US" sz="2000" dirty="0">
                <a:latin typeface="Times New Roman" panose="02020603050405020304" pitchFamily="18" charset="0"/>
              </a:rPr>
              <a:t> </a:t>
            </a:r>
            <a:r>
              <a:rPr lang="en-US" sz="2000" dirty="0" err="1">
                <a:latin typeface="Times New Roman" panose="02020603050405020304" pitchFamily="18" charset="0"/>
              </a:rPr>
              <a:t>và</a:t>
            </a:r>
            <a:r>
              <a:rPr lang="en-US" sz="2000" dirty="0">
                <a:latin typeface="Times New Roman" panose="02020603050405020304" pitchFamily="18" charset="0"/>
              </a:rPr>
              <a:t> </a:t>
            </a:r>
            <a:r>
              <a:rPr lang="en-US" sz="2000" dirty="0" err="1">
                <a:latin typeface="Times New Roman" panose="02020603050405020304" pitchFamily="18" charset="0"/>
              </a:rPr>
              <a:t>chữ</a:t>
            </a:r>
            <a:r>
              <a:rPr lang="en-US" sz="2000" dirty="0">
                <a:latin typeface="Times New Roman" panose="02020603050405020304" pitchFamily="18" charset="0"/>
              </a:rPr>
              <a:t> </a:t>
            </a:r>
            <a:r>
              <a:rPr lang="en-US" sz="2000" dirty="0" err="1">
                <a:latin typeface="Times New Roman" panose="02020603050405020304" pitchFamily="18" charset="0"/>
              </a:rPr>
              <a:t>ký</a:t>
            </a:r>
            <a:r>
              <a:rPr lang="en-US" sz="2000" dirty="0">
                <a:latin typeface="Times New Roman" panose="02020603050405020304" pitchFamily="18" charset="0"/>
              </a:rPr>
              <a:t> </a:t>
            </a:r>
            <a:r>
              <a:rPr lang="en-US" sz="2000" dirty="0" err="1">
                <a:latin typeface="Times New Roman" panose="02020603050405020304" pitchFamily="18" charset="0"/>
              </a:rPr>
              <a:t>số</a:t>
            </a:r>
            <a:r>
              <a:rPr lang="en-US" sz="2000" dirty="0">
                <a:latin typeface="Times New Roman" panose="02020603050405020304" pitchFamily="18" charset="0"/>
              </a:rPr>
              <a:t>.</a:t>
            </a:r>
          </a:p>
          <a:p>
            <a:r>
              <a:rPr lang="vi-VN" sz="2000" dirty="0">
                <a:latin typeface="Times New Roman" panose="02020603050405020304" pitchFamily="18" charset="0"/>
              </a:rPr>
              <a:t>- </a:t>
            </a:r>
            <a:r>
              <a:rPr lang="en-US" sz="2000" dirty="0">
                <a:latin typeface="Times New Roman" panose="02020603050405020304" pitchFamily="18" charset="0"/>
              </a:rPr>
              <a:t>Thông tin </a:t>
            </a:r>
            <a:r>
              <a:rPr lang="en-US" sz="2000" dirty="0" err="1">
                <a:latin typeface="Times New Roman" panose="02020603050405020304" pitchFamily="18" charset="0"/>
              </a:rPr>
              <a:t>ký</a:t>
            </a:r>
            <a:r>
              <a:rPr lang="en-US" sz="2000" dirty="0">
                <a:latin typeface="Times New Roman" panose="02020603050405020304" pitchFamily="18" charset="0"/>
              </a:rPr>
              <a:t> </a:t>
            </a:r>
            <a:r>
              <a:rPr lang="en-US" sz="2000" dirty="0" err="1">
                <a:latin typeface="Times New Roman" panose="02020603050405020304" pitchFamily="18" charset="0"/>
              </a:rPr>
              <a:t>số</a:t>
            </a:r>
            <a:r>
              <a:rPr lang="en-US" sz="2000" dirty="0">
                <a:latin typeface="Times New Roman" panose="02020603050405020304" pitchFamily="18" charset="0"/>
              </a:rPr>
              <a:t> </a:t>
            </a:r>
            <a:r>
              <a:rPr lang="en-US" sz="2000" dirty="0" err="1">
                <a:latin typeface="Times New Roman" panose="02020603050405020304" pitchFamily="18" charset="0"/>
              </a:rPr>
              <a:t>được</a:t>
            </a:r>
            <a:r>
              <a:rPr lang="en-US" sz="2000" dirty="0">
                <a:latin typeface="Times New Roman" panose="02020603050405020304" pitchFamily="18" charset="0"/>
              </a:rPr>
              <a:t> </a:t>
            </a:r>
            <a:r>
              <a:rPr lang="en-US" sz="2000" dirty="0" err="1">
                <a:latin typeface="Times New Roman" panose="02020603050405020304" pitchFamily="18" charset="0"/>
              </a:rPr>
              <a:t>lưu</a:t>
            </a:r>
            <a:r>
              <a:rPr lang="en-US" sz="2000" dirty="0">
                <a:latin typeface="Times New Roman" panose="02020603050405020304" pitchFamily="18" charset="0"/>
              </a:rPr>
              <a:t> </a:t>
            </a:r>
            <a:r>
              <a:rPr lang="en-US" sz="2000" dirty="0" err="1">
                <a:latin typeface="Times New Roman" panose="02020603050405020304" pitchFamily="18" charset="0"/>
              </a:rPr>
              <a:t>cùng</a:t>
            </a:r>
            <a:r>
              <a:rPr lang="en-US" sz="2000" dirty="0">
                <a:latin typeface="Times New Roman" panose="02020603050405020304" pitchFamily="18" charset="0"/>
              </a:rPr>
              <a:t> </a:t>
            </a:r>
            <a:r>
              <a:rPr lang="en-US" sz="2000" dirty="0" err="1">
                <a:latin typeface="Times New Roman" panose="02020603050405020304" pitchFamily="18" charset="0"/>
              </a:rPr>
              <a:t>hồ</a:t>
            </a:r>
            <a:r>
              <a:rPr lang="en-US" sz="2000" dirty="0">
                <a:latin typeface="Times New Roman" panose="02020603050405020304" pitchFamily="18" charset="0"/>
              </a:rPr>
              <a:t> </a:t>
            </a:r>
            <a:r>
              <a:rPr lang="en-US" sz="2000" dirty="0" err="1">
                <a:latin typeface="Times New Roman" panose="02020603050405020304" pitchFamily="18" charset="0"/>
              </a:rPr>
              <a:t>sơ</a:t>
            </a:r>
            <a:r>
              <a:rPr lang="en-US" sz="2000" dirty="0">
                <a:latin typeface="Times New Roman" panose="02020603050405020304" pitchFamily="18" charset="0"/>
              </a:rPr>
              <a:t> </a:t>
            </a:r>
            <a:r>
              <a:rPr lang="en-US" sz="2000" dirty="0" err="1">
                <a:latin typeface="Times New Roman" panose="02020603050405020304" pitchFamily="18" charset="0"/>
              </a:rPr>
              <a:t>dữ</a:t>
            </a:r>
            <a:r>
              <a:rPr lang="en-US" sz="2000" dirty="0">
                <a:latin typeface="Times New Roman" panose="02020603050405020304" pitchFamily="18" charset="0"/>
              </a:rPr>
              <a:t> </a:t>
            </a:r>
            <a:r>
              <a:rPr lang="en-US" sz="2000" dirty="0" err="1">
                <a:latin typeface="Times New Roman" panose="02020603050405020304" pitchFamily="18" charset="0"/>
              </a:rPr>
              <a:t>liệu</a:t>
            </a:r>
            <a:r>
              <a:rPr lang="vi-VN" sz="2000" dirty="0">
                <a:latin typeface="Times New Roman" panose="02020603050405020304" pitchFamily="18" charset="0"/>
              </a:rPr>
              <a:t> mỗi lần khám của người dân.</a:t>
            </a:r>
            <a:endParaRPr lang="en-US" sz="2000" dirty="0">
              <a:latin typeface="Times New Roman" panose="02020603050405020304" pitchFamily="18" charset="0"/>
            </a:endParaRPr>
          </a:p>
          <a:p>
            <a:r>
              <a:rPr lang="en-US" sz="2000" b="1" dirty="0" err="1">
                <a:latin typeface="Times New Roman" panose="02020603050405020304" pitchFamily="18" charset="0"/>
              </a:rPr>
              <a:t>Bước</a:t>
            </a:r>
            <a:r>
              <a:rPr lang="en-US" sz="2000" b="1" dirty="0">
                <a:latin typeface="Times New Roman" panose="02020603050405020304" pitchFamily="18" charset="0"/>
              </a:rPr>
              <a:t> 6. </a:t>
            </a:r>
            <a:r>
              <a:rPr lang="en-US" sz="2000" b="1" dirty="0" err="1">
                <a:latin typeface="Times New Roman" panose="02020603050405020304" pitchFamily="18" charset="0"/>
              </a:rPr>
              <a:t>Gửi</a:t>
            </a:r>
            <a:r>
              <a:rPr lang="en-US" sz="2000" b="1" dirty="0">
                <a:latin typeface="Times New Roman" panose="02020603050405020304" pitchFamily="18" charset="0"/>
              </a:rPr>
              <a:t> </a:t>
            </a:r>
            <a:r>
              <a:rPr lang="en-US" sz="2000" b="1" dirty="0" err="1">
                <a:latin typeface="Times New Roman" panose="02020603050405020304" pitchFamily="18" charset="0"/>
              </a:rPr>
              <a:t>dữ</a:t>
            </a:r>
            <a:r>
              <a:rPr lang="en-US" sz="2000" b="1" dirty="0">
                <a:latin typeface="Times New Roman" panose="02020603050405020304" pitchFamily="18" charset="0"/>
              </a:rPr>
              <a:t> </a:t>
            </a:r>
            <a:r>
              <a:rPr lang="en-US" sz="2000" b="1" dirty="0" err="1">
                <a:latin typeface="Times New Roman" panose="02020603050405020304" pitchFamily="18" charset="0"/>
              </a:rPr>
              <a:t>liệu</a:t>
            </a:r>
            <a:r>
              <a:rPr lang="en-US" sz="2000" b="1" dirty="0">
                <a:latin typeface="Times New Roman" panose="02020603050405020304" pitchFamily="18" charset="0"/>
              </a:rPr>
              <a:t> </a:t>
            </a:r>
            <a:r>
              <a:rPr lang="en-US" sz="2000" b="1" dirty="0" err="1">
                <a:latin typeface="Times New Roman" panose="02020603050405020304" pitchFamily="18" charset="0"/>
              </a:rPr>
              <a:t>lên</a:t>
            </a:r>
            <a:r>
              <a:rPr lang="en-US" sz="2000" b="1" dirty="0">
                <a:latin typeface="Times New Roman" panose="02020603050405020304" pitchFamily="18" charset="0"/>
              </a:rPr>
              <a:t> </a:t>
            </a:r>
            <a:r>
              <a:rPr lang="en-US" sz="2000" b="1" dirty="0" err="1">
                <a:latin typeface="Times New Roman" panose="02020603050405020304" pitchFamily="18" charset="0"/>
              </a:rPr>
              <a:t>Cổng</a:t>
            </a:r>
            <a:r>
              <a:rPr lang="en-US" sz="2000" b="1" dirty="0">
                <a:latin typeface="Times New Roman" panose="02020603050405020304" pitchFamily="18" charset="0"/>
              </a:rPr>
              <a:t> </a:t>
            </a:r>
            <a:r>
              <a:rPr lang="en-US" sz="2000" b="1" dirty="0" err="1">
                <a:latin typeface="Times New Roman" panose="02020603050405020304" pitchFamily="18" charset="0"/>
              </a:rPr>
              <a:t>dữ</a:t>
            </a:r>
            <a:r>
              <a:rPr lang="en-US" sz="2000" b="1" dirty="0">
                <a:latin typeface="Times New Roman" panose="02020603050405020304" pitchFamily="18" charset="0"/>
              </a:rPr>
              <a:t> </a:t>
            </a:r>
            <a:r>
              <a:rPr lang="en-US" sz="2000" b="1" dirty="0" err="1">
                <a:latin typeface="Times New Roman" panose="02020603050405020304" pitchFamily="18" charset="0"/>
              </a:rPr>
              <a:t>liệu</a:t>
            </a:r>
            <a:r>
              <a:rPr lang="en-US" sz="2000" b="1" dirty="0">
                <a:latin typeface="Times New Roman" panose="02020603050405020304" pitchFamily="18" charset="0"/>
              </a:rPr>
              <a:t> </a:t>
            </a:r>
            <a:r>
              <a:rPr lang="en-US" sz="2000" b="1" dirty="0" err="1">
                <a:latin typeface="Times New Roman" panose="02020603050405020304" pitchFamily="18" charset="0"/>
              </a:rPr>
              <a:t>sức</a:t>
            </a:r>
            <a:r>
              <a:rPr lang="en-US" sz="2000" b="1" dirty="0">
                <a:latin typeface="Times New Roman" panose="02020603050405020304" pitchFamily="18" charset="0"/>
              </a:rPr>
              <a:t> </a:t>
            </a:r>
            <a:r>
              <a:rPr lang="en-US" sz="2000" b="1" dirty="0" err="1">
                <a:latin typeface="Times New Roman" panose="02020603050405020304" pitchFamily="18" charset="0"/>
              </a:rPr>
              <a:t>khỏe</a:t>
            </a:r>
            <a:endParaRPr lang="en-US" sz="2000" b="1" dirty="0">
              <a:latin typeface="Times New Roman" panose="02020603050405020304" pitchFamily="18" charset="0"/>
            </a:endParaRPr>
          </a:p>
          <a:p>
            <a:r>
              <a:rPr lang="vi-VN" sz="2000" dirty="0">
                <a:latin typeface="Times New Roman" panose="02020603050405020304" pitchFamily="18" charset="0"/>
              </a:rPr>
              <a:t>- </a:t>
            </a:r>
            <a:r>
              <a:rPr lang="en-US" sz="2000" dirty="0" err="1">
                <a:latin typeface="Times New Roman" panose="02020603050405020304" pitchFamily="18" charset="0"/>
              </a:rPr>
              <a:t>Dữ</a:t>
            </a:r>
            <a:r>
              <a:rPr lang="en-US" sz="2000" dirty="0">
                <a:latin typeface="Times New Roman" panose="02020603050405020304" pitchFamily="18" charset="0"/>
              </a:rPr>
              <a:t> </a:t>
            </a:r>
            <a:r>
              <a:rPr lang="en-US" sz="2000" dirty="0" err="1">
                <a:latin typeface="Times New Roman" panose="02020603050405020304" pitchFamily="18" charset="0"/>
              </a:rPr>
              <a:t>liệu</a:t>
            </a:r>
            <a:r>
              <a:rPr lang="en-US" sz="2000" dirty="0">
                <a:latin typeface="Times New Roman" panose="02020603050405020304" pitchFamily="18" charset="0"/>
              </a:rPr>
              <a:t> </a:t>
            </a:r>
            <a:r>
              <a:rPr lang="en-US" sz="2000" dirty="0" err="1">
                <a:latin typeface="Times New Roman" panose="02020603050405020304" pitchFamily="18" charset="0"/>
              </a:rPr>
              <a:t>được</a:t>
            </a:r>
            <a:r>
              <a:rPr lang="en-US" sz="2000" dirty="0">
                <a:latin typeface="Times New Roman" panose="02020603050405020304" pitchFamily="18" charset="0"/>
              </a:rPr>
              <a:t> </a:t>
            </a:r>
            <a:r>
              <a:rPr lang="en-US" sz="2000" dirty="0" err="1">
                <a:latin typeface="Times New Roman" panose="02020603050405020304" pitchFamily="18" charset="0"/>
              </a:rPr>
              <a:t>gửi</a:t>
            </a:r>
            <a:r>
              <a:rPr lang="en-US" sz="2000" dirty="0">
                <a:latin typeface="Times New Roman" panose="02020603050405020304" pitchFamily="18" charset="0"/>
              </a:rPr>
              <a:t> </a:t>
            </a:r>
            <a:r>
              <a:rPr lang="en-US" sz="2000" dirty="0" err="1">
                <a:latin typeface="Times New Roman" panose="02020603050405020304" pitchFamily="18" charset="0"/>
              </a:rPr>
              <a:t>lên</a:t>
            </a:r>
            <a:r>
              <a:rPr lang="en-US" sz="2000" dirty="0">
                <a:latin typeface="Times New Roman" panose="02020603050405020304" pitchFamily="18" charset="0"/>
              </a:rPr>
              <a:t> </a:t>
            </a:r>
            <a:r>
              <a:rPr lang="en-US" sz="2000" dirty="0" err="1">
                <a:latin typeface="Times New Roman" panose="02020603050405020304" pitchFamily="18" charset="0"/>
              </a:rPr>
              <a:t>Cổng</a:t>
            </a:r>
            <a:r>
              <a:rPr lang="en-US" sz="2000" dirty="0">
                <a:latin typeface="Times New Roman" panose="02020603050405020304" pitchFamily="18" charset="0"/>
              </a:rPr>
              <a:t> </a:t>
            </a:r>
            <a:r>
              <a:rPr lang="en-US" sz="2000" dirty="0" err="1">
                <a:latin typeface="Times New Roman" panose="02020603050405020304" pitchFamily="18" charset="0"/>
              </a:rPr>
              <a:t>dữ</a:t>
            </a:r>
            <a:r>
              <a:rPr lang="en-US" sz="2000" dirty="0">
                <a:latin typeface="Times New Roman" panose="02020603050405020304" pitchFamily="18" charset="0"/>
              </a:rPr>
              <a:t> </a:t>
            </a:r>
            <a:r>
              <a:rPr lang="en-US" sz="2000" dirty="0" err="1">
                <a:latin typeface="Times New Roman" panose="02020603050405020304" pitchFamily="18" charset="0"/>
              </a:rPr>
              <a:t>liệu</a:t>
            </a:r>
            <a:r>
              <a:rPr lang="en-US" sz="2000" dirty="0">
                <a:latin typeface="Times New Roman" panose="02020603050405020304" pitchFamily="18" charset="0"/>
              </a:rPr>
              <a:t> </a:t>
            </a:r>
            <a:r>
              <a:rPr lang="en-US" sz="2000" dirty="0" err="1">
                <a:latin typeface="Times New Roman" panose="02020603050405020304" pitchFamily="18" charset="0"/>
              </a:rPr>
              <a:t>sức</a:t>
            </a:r>
            <a:r>
              <a:rPr lang="en-US" sz="2000" dirty="0">
                <a:latin typeface="Times New Roman" panose="02020603050405020304" pitchFamily="18" charset="0"/>
              </a:rPr>
              <a:t> </a:t>
            </a:r>
            <a:r>
              <a:rPr lang="en-US" sz="2000" dirty="0" err="1">
                <a:latin typeface="Times New Roman" panose="02020603050405020304" pitchFamily="18" charset="0"/>
              </a:rPr>
              <a:t>khỏe</a:t>
            </a:r>
            <a:r>
              <a:rPr lang="en-US" sz="2000" dirty="0">
                <a:latin typeface="Times New Roman" panose="02020603050405020304" pitchFamily="18" charset="0"/>
              </a:rPr>
              <a:t> </a:t>
            </a:r>
            <a:r>
              <a:rPr lang="en-US" sz="2000" dirty="0" err="1">
                <a:latin typeface="Times New Roman" panose="02020603050405020304" pitchFamily="18" charset="0"/>
              </a:rPr>
              <a:t>thông</a:t>
            </a:r>
            <a:r>
              <a:rPr lang="en-US" sz="2000" dirty="0">
                <a:latin typeface="Times New Roman" panose="02020603050405020304" pitchFamily="18" charset="0"/>
              </a:rPr>
              <a:t> qua:</a:t>
            </a:r>
          </a:p>
          <a:p>
            <a:r>
              <a:rPr lang="en-US" sz="2000" dirty="0">
                <a:latin typeface="Times New Roman" panose="02020603050405020304" pitchFamily="18" charset="0"/>
              </a:rPr>
              <a:t>	</a:t>
            </a:r>
            <a:r>
              <a:rPr lang="vi-VN" sz="2000" dirty="0">
                <a:latin typeface="Times New Roman" panose="02020603050405020304" pitchFamily="18" charset="0"/>
              </a:rPr>
              <a:t>+ </a:t>
            </a:r>
            <a:r>
              <a:rPr lang="en-US" sz="2000" dirty="0">
                <a:latin typeface="Times New Roman" panose="02020603050405020304" pitchFamily="18" charset="0"/>
              </a:rPr>
              <a:t>Giao </a:t>
            </a:r>
            <a:r>
              <a:rPr lang="en-US" sz="2000" dirty="0" err="1">
                <a:latin typeface="Times New Roman" panose="02020603050405020304" pitchFamily="18" charset="0"/>
              </a:rPr>
              <a:t>diện</a:t>
            </a:r>
            <a:r>
              <a:rPr lang="en-US" sz="2000" dirty="0">
                <a:latin typeface="Times New Roman" panose="02020603050405020304" pitchFamily="18" charset="0"/>
              </a:rPr>
              <a:t> </a:t>
            </a:r>
            <a:r>
              <a:rPr lang="en-US" sz="2000" dirty="0" err="1">
                <a:latin typeface="Times New Roman" panose="02020603050405020304" pitchFamily="18" charset="0"/>
              </a:rPr>
              <a:t>nhập</a:t>
            </a:r>
            <a:r>
              <a:rPr lang="en-US" sz="2000" dirty="0">
                <a:latin typeface="Times New Roman" panose="02020603050405020304" pitchFamily="18" charset="0"/>
              </a:rPr>
              <a:t> </a:t>
            </a:r>
            <a:r>
              <a:rPr lang="en-US" sz="2000" dirty="0" err="1">
                <a:latin typeface="Times New Roman" panose="02020603050405020304" pitchFamily="18" charset="0"/>
              </a:rPr>
              <a:t>liệu</a:t>
            </a:r>
            <a:r>
              <a:rPr lang="en-US" sz="2000" dirty="0">
                <a:latin typeface="Times New Roman" panose="02020603050405020304" pitchFamily="18" charset="0"/>
              </a:rPr>
              <a:t> </a:t>
            </a:r>
            <a:r>
              <a:rPr lang="en-US" sz="2000" dirty="0" err="1">
                <a:latin typeface="Times New Roman" panose="02020603050405020304" pitchFamily="18" charset="0"/>
              </a:rPr>
              <a:t>trực</a:t>
            </a:r>
            <a:r>
              <a:rPr lang="en-US" sz="2000" dirty="0">
                <a:latin typeface="Times New Roman" panose="02020603050405020304" pitchFamily="18" charset="0"/>
              </a:rPr>
              <a:t> </a:t>
            </a:r>
            <a:r>
              <a:rPr lang="en-US" sz="2000" dirty="0" err="1">
                <a:latin typeface="Times New Roman" panose="02020603050405020304" pitchFamily="18" charset="0"/>
              </a:rPr>
              <a:t>tiếp</a:t>
            </a:r>
            <a:r>
              <a:rPr lang="en-US" sz="2000" dirty="0">
                <a:latin typeface="Times New Roman" panose="02020603050405020304" pitchFamily="18" charset="0"/>
              </a:rPr>
              <a:t>;</a:t>
            </a:r>
          </a:p>
          <a:p>
            <a:r>
              <a:rPr lang="en-US" sz="2000" dirty="0">
                <a:latin typeface="Times New Roman" panose="02020603050405020304" pitchFamily="18" charset="0"/>
              </a:rPr>
              <a:t>	</a:t>
            </a:r>
            <a:r>
              <a:rPr lang="vi-VN" sz="2000" dirty="0">
                <a:latin typeface="Times New Roman" panose="02020603050405020304" pitchFamily="18" charset="0"/>
              </a:rPr>
              <a:t>+ </a:t>
            </a:r>
            <a:r>
              <a:rPr lang="en-US" sz="2000" dirty="0">
                <a:latin typeface="Times New Roman" panose="02020603050405020304" pitchFamily="18" charset="0"/>
              </a:rPr>
              <a:t>API </a:t>
            </a:r>
            <a:r>
              <a:rPr lang="en-US" sz="2000" dirty="0" err="1">
                <a:latin typeface="Times New Roman" panose="02020603050405020304" pitchFamily="18" charset="0"/>
              </a:rPr>
              <a:t>kết</a:t>
            </a:r>
            <a:r>
              <a:rPr lang="en-US" sz="2000" dirty="0">
                <a:latin typeface="Times New Roman" panose="02020603050405020304" pitchFamily="18" charset="0"/>
              </a:rPr>
              <a:t> </a:t>
            </a:r>
            <a:r>
              <a:rPr lang="en-US" sz="2000" dirty="0" err="1">
                <a:latin typeface="Times New Roman" panose="02020603050405020304" pitchFamily="18" charset="0"/>
              </a:rPr>
              <a:t>nối</a:t>
            </a:r>
            <a:r>
              <a:rPr lang="en-US" sz="2000" dirty="0">
                <a:latin typeface="Times New Roman" panose="02020603050405020304" pitchFamily="18" charset="0"/>
              </a:rPr>
              <a:t>;</a:t>
            </a:r>
          </a:p>
          <a:p>
            <a:r>
              <a:rPr lang="en-US" sz="2000" dirty="0">
                <a:latin typeface="Times New Roman" panose="02020603050405020304" pitchFamily="18" charset="0"/>
              </a:rPr>
              <a:t>	</a:t>
            </a:r>
            <a:r>
              <a:rPr lang="vi-VN" sz="2000" dirty="0">
                <a:latin typeface="Times New Roman" panose="02020603050405020304" pitchFamily="18" charset="0"/>
              </a:rPr>
              <a:t>+ </a:t>
            </a:r>
            <a:r>
              <a:rPr lang="en-US" sz="2000" dirty="0" err="1">
                <a:latin typeface="Times New Roman" panose="02020603050405020304" pitchFamily="18" charset="0"/>
              </a:rPr>
              <a:t>Tệp</a:t>
            </a:r>
            <a:r>
              <a:rPr lang="en-US" sz="2000" dirty="0">
                <a:latin typeface="Times New Roman" panose="02020603050405020304" pitchFamily="18" charset="0"/>
              </a:rPr>
              <a:t> </a:t>
            </a:r>
            <a:r>
              <a:rPr lang="en-US" sz="2000" dirty="0" err="1">
                <a:latin typeface="Times New Roman" panose="02020603050405020304" pitchFamily="18" charset="0"/>
              </a:rPr>
              <a:t>dữ</a:t>
            </a:r>
            <a:r>
              <a:rPr lang="en-US" sz="2000" dirty="0">
                <a:latin typeface="Times New Roman" panose="02020603050405020304" pitchFamily="18" charset="0"/>
              </a:rPr>
              <a:t> </a:t>
            </a:r>
            <a:r>
              <a:rPr lang="en-US" sz="2000" dirty="0" err="1">
                <a:latin typeface="Times New Roman" panose="02020603050405020304" pitchFamily="18" charset="0"/>
              </a:rPr>
              <a:t>liệu</a:t>
            </a:r>
            <a:r>
              <a:rPr lang="en-US" sz="2000" dirty="0">
                <a:latin typeface="Times New Roman" panose="02020603050405020304" pitchFamily="18" charset="0"/>
              </a:rPr>
              <a:t> </a:t>
            </a:r>
            <a:r>
              <a:rPr lang="en-US" sz="2000" dirty="0" err="1">
                <a:latin typeface="Times New Roman" panose="02020603050405020304" pitchFamily="18" charset="0"/>
              </a:rPr>
              <a:t>điện</a:t>
            </a:r>
            <a:r>
              <a:rPr lang="en-US" sz="2000" dirty="0">
                <a:latin typeface="Times New Roman" panose="02020603050405020304" pitchFamily="18" charset="0"/>
              </a:rPr>
              <a:t> </a:t>
            </a:r>
            <a:r>
              <a:rPr lang="en-US" sz="2000" dirty="0" err="1">
                <a:latin typeface="Times New Roman" panose="02020603050405020304" pitchFamily="18" charset="0"/>
              </a:rPr>
              <a:t>tử</a:t>
            </a:r>
            <a:r>
              <a:rPr lang="en-US" sz="2000" dirty="0">
                <a:latin typeface="Times New Roman" panose="02020603050405020304" pitchFamily="18" charset="0"/>
              </a:rPr>
              <a:t>.</a:t>
            </a:r>
          </a:p>
          <a:p>
            <a:r>
              <a:rPr lang="vi-VN" sz="2000" dirty="0">
                <a:latin typeface="Times New Roman" panose="02020603050405020304" pitchFamily="18" charset="0"/>
              </a:rPr>
              <a:t>- </a:t>
            </a:r>
            <a:r>
              <a:rPr lang="en-US" sz="2000" dirty="0" err="1">
                <a:latin typeface="Times New Roman" panose="02020603050405020304" pitchFamily="18" charset="0"/>
              </a:rPr>
              <a:t>Hệ</a:t>
            </a:r>
            <a:r>
              <a:rPr lang="en-US" sz="2000" dirty="0">
                <a:latin typeface="Times New Roman" panose="02020603050405020304" pitchFamily="18" charset="0"/>
              </a:rPr>
              <a:t> </a:t>
            </a:r>
            <a:r>
              <a:rPr lang="en-US" sz="2000" dirty="0" err="1">
                <a:latin typeface="Times New Roman" panose="02020603050405020304" pitchFamily="18" charset="0"/>
              </a:rPr>
              <a:t>thống</a:t>
            </a:r>
            <a:r>
              <a:rPr lang="en-US" sz="2000" dirty="0">
                <a:latin typeface="Times New Roman" panose="02020603050405020304" pitchFamily="18" charset="0"/>
              </a:rPr>
              <a:t> </a:t>
            </a:r>
            <a:r>
              <a:rPr lang="en-US" sz="2000" dirty="0" err="1">
                <a:latin typeface="Times New Roman" panose="02020603050405020304" pitchFamily="18" charset="0"/>
              </a:rPr>
              <a:t>thực</a:t>
            </a:r>
            <a:r>
              <a:rPr lang="en-US" sz="2000" dirty="0">
                <a:latin typeface="Times New Roman" panose="02020603050405020304" pitchFamily="18" charset="0"/>
              </a:rPr>
              <a:t> </a:t>
            </a:r>
            <a:r>
              <a:rPr lang="en-US" sz="2000" dirty="0" err="1">
                <a:latin typeface="Times New Roman" panose="02020603050405020304" pitchFamily="18" charset="0"/>
              </a:rPr>
              <a:t>hiện</a:t>
            </a:r>
            <a:r>
              <a:rPr lang="en-US" sz="2000" dirty="0">
                <a:latin typeface="Times New Roman" panose="02020603050405020304" pitchFamily="18" charset="0"/>
              </a:rPr>
              <a:t> </a:t>
            </a:r>
            <a:r>
              <a:rPr lang="en-US" sz="2000" dirty="0" err="1">
                <a:latin typeface="Times New Roman" panose="02020603050405020304" pitchFamily="18" charset="0"/>
              </a:rPr>
              <a:t>tiếp</a:t>
            </a:r>
            <a:r>
              <a:rPr lang="en-US" sz="2000" dirty="0">
                <a:latin typeface="Times New Roman" panose="02020603050405020304" pitchFamily="18" charset="0"/>
              </a:rPr>
              <a:t> </a:t>
            </a:r>
            <a:r>
              <a:rPr lang="en-US" sz="2000" dirty="0" err="1">
                <a:latin typeface="Times New Roman" panose="02020603050405020304" pitchFamily="18" charset="0"/>
              </a:rPr>
              <a:t>nhận</a:t>
            </a:r>
            <a:r>
              <a:rPr lang="en-US" sz="2000" dirty="0">
                <a:latin typeface="Times New Roman" panose="02020603050405020304" pitchFamily="18" charset="0"/>
              </a:rPr>
              <a:t> </a:t>
            </a:r>
            <a:r>
              <a:rPr lang="en-US" sz="2000" dirty="0" err="1">
                <a:latin typeface="Times New Roman" panose="02020603050405020304" pitchFamily="18" charset="0"/>
              </a:rPr>
              <a:t>và</a:t>
            </a:r>
            <a:r>
              <a:rPr lang="en-US" sz="2000" dirty="0">
                <a:latin typeface="Times New Roman" panose="02020603050405020304" pitchFamily="18" charset="0"/>
              </a:rPr>
              <a:t> </a:t>
            </a:r>
            <a:r>
              <a:rPr lang="en-US" sz="2000" dirty="0" err="1">
                <a:latin typeface="Times New Roman" panose="02020603050405020304" pitchFamily="18" charset="0"/>
              </a:rPr>
              <a:t>cấp</a:t>
            </a:r>
            <a:r>
              <a:rPr lang="en-US" sz="2000" dirty="0">
                <a:latin typeface="Times New Roman" panose="02020603050405020304" pitchFamily="18" charset="0"/>
              </a:rPr>
              <a:t> </a:t>
            </a:r>
            <a:r>
              <a:rPr lang="en-US" sz="2000" dirty="0" err="1">
                <a:latin typeface="Times New Roman" panose="02020603050405020304" pitchFamily="18" charset="0"/>
              </a:rPr>
              <a:t>mã</a:t>
            </a:r>
            <a:r>
              <a:rPr lang="en-US" sz="2000" dirty="0">
                <a:latin typeface="Times New Roman" panose="02020603050405020304" pitchFamily="18" charset="0"/>
              </a:rPr>
              <a:t> </a:t>
            </a:r>
            <a:r>
              <a:rPr lang="en-US" sz="2000" dirty="0" err="1">
                <a:latin typeface="Times New Roman" panose="02020603050405020304" pitchFamily="18" charset="0"/>
              </a:rPr>
              <a:t>giao</a:t>
            </a:r>
            <a:r>
              <a:rPr lang="en-US" sz="2000" dirty="0">
                <a:latin typeface="Times New Roman" panose="02020603050405020304" pitchFamily="18" charset="0"/>
              </a:rPr>
              <a:t> </a:t>
            </a:r>
            <a:r>
              <a:rPr lang="en-US" sz="2000" dirty="0" err="1">
                <a:latin typeface="Times New Roman" panose="02020603050405020304" pitchFamily="18" charset="0"/>
              </a:rPr>
              <a:t>dịch</a:t>
            </a:r>
            <a:r>
              <a:rPr lang="en-US" sz="2000" dirty="0">
                <a:latin typeface="Times New Roman" panose="02020603050405020304" pitchFamily="18" charset="0"/>
              </a:rPr>
              <a:t> </a:t>
            </a:r>
            <a:r>
              <a:rPr lang="en-US" sz="2000" dirty="0" err="1">
                <a:latin typeface="Times New Roman" panose="02020603050405020304" pitchFamily="18" charset="0"/>
              </a:rPr>
              <a:t>cho</a:t>
            </a:r>
            <a:r>
              <a:rPr lang="en-US" sz="2000" dirty="0">
                <a:latin typeface="Times New Roman" panose="02020603050405020304" pitchFamily="18" charset="0"/>
              </a:rPr>
              <a:t> </a:t>
            </a:r>
            <a:r>
              <a:rPr lang="en-US" sz="2000" dirty="0" err="1">
                <a:latin typeface="Times New Roman" panose="02020603050405020304" pitchFamily="18" charset="0"/>
              </a:rPr>
              <a:t>từng</a:t>
            </a:r>
            <a:r>
              <a:rPr lang="en-US" sz="2000" dirty="0">
                <a:latin typeface="Times New Roman" panose="02020603050405020304" pitchFamily="18" charset="0"/>
              </a:rPr>
              <a:t> </a:t>
            </a:r>
            <a:r>
              <a:rPr lang="en-US" sz="2000" dirty="0" err="1">
                <a:latin typeface="Times New Roman" panose="02020603050405020304" pitchFamily="18" charset="0"/>
              </a:rPr>
              <a:t>lần</a:t>
            </a:r>
            <a:r>
              <a:rPr lang="en-US" sz="2000" dirty="0">
                <a:latin typeface="Times New Roman" panose="02020603050405020304" pitchFamily="18" charset="0"/>
              </a:rPr>
              <a:t> </a:t>
            </a:r>
            <a:r>
              <a:rPr lang="en-US" sz="2000" dirty="0" err="1">
                <a:latin typeface="Times New Roman" panose="02020603050405020304" pitchFamily="18" charset="0"/>
              </a:rPr>
              <a:t>gửi</a:t>
            </a:r>
            <a:r>
              <a:rPr lang="en-US" sz="2000" dirty="0">
                <a:latin typeface="Times New Roman" panose="02020603050405020304" pitchFamily="18" charset="0"/>
              </a:rPr>
              <a:t> </a:t>
            </a:r>
            <a:r>
              <a:rPr lang="en-US" sz="2000" dirty="0" err="1">
                <a:latin typeface="Times New Roman" panose="02020603050405020304" pitchFamily="18" charset="0"/>
              </a:rPr>
              <a:t>dữ</a:t>
            </a:r>
            <a:r>
              <a:rPr lang="en-US" sz="2000" dirty="0">
                <a:latin typeface="Times New Roman" panose="02020603050405020304" pitchFamily="18" charset="0"/>
              </a:rPr>
              <a:t> </a:t>
            </a:r>
            <a:r>
              <a:rPr lang="en-US" sz="2000" dirty="0" err="1">
                <a:latin typeface="Times New Roman" panose="02020603050405020304" pitchFamily="18" charset="0"/>
              </a:rPr>
              <a:t>liệu</a:t>
            </a:r>
            <a:r>
              <a:rPr lang="en-US" sz="2000" dirty="0">
                <a:latin typeface="Times New Roman" panose="02020603050405020304" pitchFamily="18" charset="0"/>
              </a:rPr>
              <a:t>.</a:t>
            </a:r>
          </a:p>
          <a:p>
            <a:r>
              <a:rPr lang="vi-VN" sz="2000" dirty="0">
                <a:latin typeface="Times New Roman" panose="02020603050405020304" pitchFamily="18" charset="0"/>
              </a:rPr>
              <a:t>- </a:t>
            </a:r>
            <a:r>
              <a:rPr lang="en-US" sz="2000" dirty="0" err="1">
                <a:latin typeface="Times New Roman" panose="02020603050405020304" pitchFamily="18" charset="0"/>
              </a:rPr>
              <a:t>Kết</a:t>
            </a:r>
            <a:r>
              <a:rPr lang="en-US" sz="2000" dirty="0">
                <a:latin typeface="Times New Roman" panose="02020603050405020304" pitchFamily="18" charset="0"/>
              </a:rPr>
              <a:t> </a:t>
            </a:r>
            <a:r>
              <a:rPr lang="en-US" sz="2000" dirty="0" err="1">
                <a:latin typeface="Times New Roman" panose="02020603050405020304" pitchFamily="18" charset="0"/>
              </a:rPr>
              <a:t>quả</a:t>
            </a:r>
            <a:r>
              <a:rPr lang="en-US" sz="2000" dirty="0">
                <a:latin typeface="Times New Roman" panose="02020603050405020304" pitchFamily="18" charset="0"/>
              </a:rPr>
              <a:t> </a:t>
            </a:r>
            <a:r>
              <a:rPr lang="en-US" sz="2000" dirty="0" err="1">
                <a:latin typeface="Times New Roman" panose="02020603050405020304" pitchFamily="18" charset="0"/>
              </a:rPr>
              <a:t>tiếp</a:t>
            </a:r>
            <a:r>
              <a:rPr lang="en-US" sz="2000" dirty="0">
                <a:latin typeface="Times New Roman" panose="02020603050405020304" pitchFamily="18" charset="0"/>
              </a:rPr>
              <a:t> </a:t>
            </a:r>
            <a:r>
              <a:rPr lang="en-US" sz="2000" dirty="0" err="1">
                <a:latin typeface="Times New Roman" panose="02020603050405020304" pitchFamily="18" charset="0"/>
              </a:rPr>
              <a:t>nhận</a:t>
            </a:r>
            <a:r>
              <a:rPr lang="en-US" sz="2000" dirty="0">
                <a:latin typeface="Times New Roman" panose="02020603050405020304" pitchFamily="18" charset="0"/>
              </a:rPr>
              <a:t> </a:t>
            </a:r>
            <a:r>
              <a:rPr lang="en-US" sz="2000" dirty="0" err="1">
                <a:latin typeface="Times New Roman" panose="02020603050405020304" pitchFamily="18" charset="0"/>
              </a:rPr>
              <a:t>được</a:t>
            </a:r>
            <a:r>
              <a:rPr lang="en-US" sz="2000" dirty="0">
                <a:latin typeface="Times New Roman" panose="02020603050405020304" pitchFamily="18" charset="0"/>
              </a:rPr>
              <a:t> </a:t>
            </a:r>
            <a:r>
              <a:rPr lang="en-US" sz="2000" dirty="0" err="1">
                <a:latin typeface="Times New Roman" panose="02020603050405020304" pitchFamily="18" charset="0"/>
              </a:rPr>
              <a:t>phản</a:t>
            </a:r>
            <a:r>
              <a:rPr lang="en-US" sz="2000" dirty="0">
                <a:latin typeface="Times New Roman" panose="02020603050405020304" pitchFamily="18" charset="0"/>
              </a:rPr>
              <a:t> </a:t>
            </a:r>
            <a:r>
              <a:rPr lang="en-US" sz="2000" dirty="0" err="1">
                <a:latin typeface="Times New Roman" panose="02020603050405020304" pitchFamily="18" charset="0"/>
              </a:rPr>
              <a:t>hồi</a:t>
            </a:r>
            <a:r>
              <a:rPr lang="en-US" sz="2000" dirty="0">
                <a:latin typeface="Times New Roman" panose="02020603050405020304" pitchFamily="18" charset="0"/>
              </a:rPr>
              <a:t> </a:t>
            </a:r>
            <a:r>
              <a:rPr lang="en-US" sz="2000" dirty="0" err="1">
                <a:latin typeface="Times New Roman" panose="02020603050405020304" pitchFamily="18" charset="0"/>
              </a:rPr>
              <a:t>cho</a:t>
            </a:r>
            <a:r>
              <a:rPr lang="en-US" sz="2000" dirty="0">
                <a:latin typeface="Times New Roman" panose="02020603050405020304" pitchFamily="18" charset="0"/>
              </a:rPr>
              <a:t> </a:t>
            </a:r>
            <a:r>
              <a:rPr lang="en-US" sz="2000" dirty="0" err="1">
                <a:latin typeface="Times New Roman" panose="02020603050405020304" pitchFamily="18" charset="0"/>
              </a:rPr>
              <a:t>đơn</a:t>
            </a:r>
            <a:r>
              <a:rPr lang="en-US" sz="2000" dirty="0">
                <a:latin typeface="Times New Roman" panose="02020603050405020304" pitchFamily="18" charset="0"/>
              </a:rPr>
              <a:t> </a:t>
            </a:r>
            <a:r>
              <a:rPr lang="en-US" sz="2000" dirty="0" err="1">
                <a:latin typeface="Times New Roman" panose="02020603050405020304" pitchFamily="18" charset="0"/>
              </a:rPr>
              <a:t>vị</a:t>
            </a:r>
            <a:r>
              <a:rPr lang="en-US" sz="2000" dirty="0">
                <a:latin typeface="Times New Roman" panose="02020603050405020304" pitchFamily="18" charset="0"/>
              </a:rPr>
              <a:t> </a:t>
            </a:r>
            <a:r>
              <a:rPr lang="en-US" sz="2000" dirty="0" err="1">
                <a:latin typeface="Times New Roman" panose="02020603050405020304" pitchFamily="18" charset="0"/>
              </a:rPr>
              <a:t>gửi</a:t>
            </a:r>
            <a:r>
              <a:rPr lang="en-US" sz="2000" dirty="0">
                <a:latin typeface="Times New Roman" panose="02020603050405020304" pitchFamily="18" charset="0"/>
              </a:rPr>
              <a:t> </a:t>
            </a:r>
            <a:r>
              <a:rPr lang="en-US" sz="2000" dirty="0" err="1">
                <a:latin typeface="Times New Roman" panose="02020603050405020304" pitchFamily="18" charset="0"/>
              </a:rPr>
              <a:t>dữ</a:t>
            </a:r>
            <a:r>
              <a:rPr lang="en-US" sz="2000" dirty="0">
                <a:latin typeface="Times New Roman" panose="02020603050405020304" pitchFamily="18" charset="0"/>
              </a:rPr>
              <a:t> </a:t>
            </a:r>
            <a:r>
              <a:rPr lang="en-US" sz="2000" dirty="0" err="1">
                <a:latin typeface="Times New Roman" panose="02020603050405020304" pitchFamily="18" charset="0"/>
              </a:rPr>
              <a:t>liệu</a:t>
            </a:r>
            <a:r>
              <a:rPr lang="en-US" sz="2000" dirty="0">
                <a:latin typeface="Times New Roman" panose="02020603050405020304" pitchFamily="18" charset="0"/>
              </a:rPr>
              <a:t>.</a:t>
            </a:r>
          </a:p>
        </p:txBody>
      </p:sp>
    </p:spTree>
    <p:extLst>
      <p:ext uri="{BB962C8B-B14F-4D97-AF65-F5344CB8AC3E}">
        <p14:creationId xmlns:p14="http://schemas.microsoft.com/office/powerpoint/2010/main" val="2807584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8D17679D-AFD4-51E6-0306-08757C022108}"/>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08FA4B17-5964-2574-F793-24C36B056DA5}"/>
              </a:ext>
            </a:extLst>
          </p:cNvPr>
          <p:cNvSpPr txBox="1">
            <a:spLocks/>
          </p:cNvSpPr>
          <p:nvPr/>
        </p:nvSpPr>
        <p:spPr>
          <a:xfrm>
            <a:off x="1365726" y="0"/>
            <a:ext cx="6412500" cy="11098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Times New Roman" panose="02020603050405020304" pitchFamily="18" charset="0"/>
                <a:cs typeface="Times New Roman" panose="02020603050405020304" pitchFamily="18" charset="0"/>
              </a:rPr>
              <a:t>THU THẬP, CẬP NHẬT DỮ LIỆU</a:t>
            </a:r>
          </a:p>
        </p:txBody>
      </p:sp>
      <p:sp>
        <p:nvSpPr>
          <p:cNvPr id="2" name="TextBox 1">
            <a:extLst>
              <a:ext uri="{FF2B5EF4-FFF2-40B4-BE49-F238E27FC236}">
                <a16:creationId xmlns:a16="http://schemas.microsoft.com/office/drawing/2014/main" xmlns="" id="{D65B98D9-0246-42E2-1D5D-03D22C30A14C}"/>
              </a:ext>
            </a:extLst>
          </p:cNvPr>
          <p:cNvSpPr txBox="1"/>
          <p:nvPr/>
        </p:nvSpPr>
        <p:spPr>
          <a:xfrm>
            <a:off x="103518" y="1123180"/>
            <a:ext cx="9040482" cy="3816429"/>
          </a:xfrm>
          <a:prstGeom prst="rect">
            <a:avLst/>
          </a:prstGeom>
          <a:noFill/>
        </p:spPr>
        <p:txBody>
          <a:bodyPr wrap="square">
            <a:spAutoFit/>
          </a:bodyPr>
          <a:lstStyle/>
          <a:p>
            <a:r>
              <a:rPr lang="en-US" sz="2200" b="1" dirty="0" err="1">
                <a:latin typeface="Times New Roman" panose="02020603050405020304" pitchFamily="18" charset="0"/>
              </a:rPr>
              <a:t>Bước</a:t>
            </a:r>
            <a:r>
              <a:rPr lang="en-US" sz="2200" b="1" dirty="0">
                <a:latin typeface="Times New Roman" panose="02020603050405020304" pitchFamily="18" charset="0"/>
              </a:rPr>
              <a:t> 7. </a:t>
            </a:r>
            <a:r>
              <a:rPr lang="en-US" sz="2200" b="1" dirty="0" err="1">
                <a:latin typeface="Times New Roman" panose="02020603050405020304" pitchFamily="18" charset="0"/>
              </a:rPr>
              <a:t>Tiếp</a:t>
            </a:r>
            <a:r>
              <a:rPr lang="en-US" sz="2200" b="1" dirty="0">
                <a:latin typeface="Times New Roman" panose="02020603050405020304" pitchFamily="18" charset="0"/>
              </a:rPr>
              <a:t> </a:t>
            </a:r>
            <a:r>
              <a:rPr lang="en-US" sz="2200" b="1" dirty="0" err="1">
                <a:latin typeface="Times New Roman" panose="02020603050405020304" pitchFamily="18" charset="0"/>
              </a:rPr>
              <a:t>nhận</a:t>
            </a:r>
            <a:r>
              <a:rPr lang="en-US" sz="2200" b="1" dirty="0">
                <a:latin typeface="Times New Roman" panose="02020603050405020304" pitchFamily="18" charset="0"/>
              </a:rPr>
              <a:t> </a:t>
            </a:r>
            <a:r>
              <a:rPr lang="en-US" sz="2200" b="1" dirty="0" err="1">
                <a:latin typeface="Times New Roman" panose="02020603050405020304" pitchFamily="18" charset="0"/>
              </a:rPr>
              <a:t>và</a:t>
            </a:r>
            <a:r>
              <a:rPr lang="en-US" sz="2200" b="1" dirty="0">
                <a:latin typeface="Times New Roman" panose="02020603050405020304" pitchFamily="18" charset="0"/>
              </a:rPr>
              <a:t> </a:t>
            </a:r>
            <a:r>
              <a:rPr lang="en-US" sz="2200" b="1" dirty="0" err="1">
                <a:latin typeface="Times New Roman" panose="02020603050405020304" pitchFamily="18" charset="0"/>
              </a:rPr>
              <a:t>xử</a:t>
            </a:r>
            <a:r>
              <a:rPr lang="en-US" sz="2200" b="1" dirty="0">
                <a:latin typeface="Times New Roman" panose="02020603050405020304" pitchFamily="18" charset="0"/>
              </a:rPr>
              <a:t> </a:t>
            </a:r>
            <a:r>
              <a:rPr lang="en-US" sz="2200" b="1" dirty="0" err="1">
                <a:latin typeface="Times New Roman" panose="02020603050405020304" pitchFamily="18" charset="0"/>
              </a:rPr>
              <a:t>lý</a:t>
            </a:r>
            <a:r>
              <a:rPr lang="en-US" sz="2200" b="1" dirty="0">
                <a:latin typeface="Times New Roman" panose="02020603050405020304" pitchFamily="18" charset="0"/>
              </a:rPr>
              <a:t> </a:t>
            </a:r>
            <a:r>
              <a:rPr lang="en-US" sz="2200" b="1" dirty="0" err="1">
                <a:latin typeface="Times New Roman" panose="02020603050405020304" pitchFamily="18" charset="0"/>
              </a:rPr>
              <a:t>dữ</a:t>
            </a:r>
            <a:r>
              <a:rPr lang="en-US" sz="2200" b="1" dirty="0">
                <a:latin typeface="Times New Roman" panose="02020603050405020304" pitchFamily="18" charset="0"/>
              </a:rPr>
              <a:t> </a:t>
            </a:r>
            <a:r>
              <a:rPr lang="en-US" sz="2200" b="1" dirty="0" err="1">
                <a:latin typeface="Times New Roman" panose="02020603050405020304" pitchFamily="18" charset="0"/>
              </a:rPr>
              <a:t>liệu</a:t>
            </a:r>
            <a:endParaRPr lang="en-US" sz="2200" b="1" dirty="0">
              <a:latin typeface="Times New Roman" panose="02020603050405020304" pitchFamily="18" charset="0"/>
            </a:endParaRPr>
          </a:p>
          <a:p>
            <a:r>
              <a:rPr lang="vi-VN" sz="2200" dirty="0">
                <a:latin typeface="Times New Roman" panose="02020603050405020304" pitchFamily="18" charset="0"/>
              </a:rPr>
              <a:t>- </a:t>
            </a:r>
            <a:r>
              <a:rPr lang="en-US" sz="2200" dirty="0">
                <a:latin typeface="Times New Roman" panose="02020603050405020304" pitchFamily="18" charset="0"/>
              </a:rPr>
              <a:t>Sau </a:t>
            </a:r>
            <a:r>
              <a:rPr lang="en-US" sz="2200" dirty="0" err="1">
                <a:latin typeface="Times New Roman" panose="02020603050405020304" pitchFamily="18" charset="0"/>
              </a:rPr>
              <a:t>khi</a:t>
            </a:r>
            <a:r>
              <a:rPr lang="en-US" sz="2200" dirty="0">
                <a:latin typeface="Times New Roman" panose="02020603050405020304" pitchFamily="18" charset="0"/>
              </a:rPr>
              <a:t> </a:t>
            </a:r>
            <a:r>
              <a:rPr lang="en-US" sz="2200" dirty="0" err="1">
                <a:latin typeface="Times New Roman" panose="02020603050405020304" pitchFamily="18" charset="0"/>
              </a:rPr>
              <a:t>nhận</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Cổng</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Kiểm</a:t>
            </a:r>
            <a:r>
              <a:rPr lang="en-US" sz="2200" dirty="0">
                <a:latin typeface="Times New Roman" panose="02020603050405020304" pitchFamily="18" charset="0"/>
              </a:rPr>
              <a:t> </a:t>
            </a:r>
            <a:r>
              <a:rPr lang="en-US" sz="2200" dirty="0" err="1">
                <a:latin typeface="Times New Roman" panose="02020603050405020304" pitchFamily="18" charset="0"/>
              </a:rPr>
              <a:t>tra</a:t>
            </a:r>
            <a:r>
              <a:rPr lang="en-US" sz="2200" dirty="0">
                <a:latin typeface="Times New Roman" panose="02020603050405020304" pitchFamily="18" charset="0"/>
              </a:rPr>
              <a:t> </a:t>
            </a:r>
            <a:r>
              <a:rPr lang="en-US" sz="2200" dirty="0" err="1">
                <a:latin typeface="Times New Roman" panose="02020603050405020304" pitchFamily="18" charset="0"/>
              </a:rPr>
              <a:t>cấu</a:t>
            </a:r>
            <a:r>
              <a:rPr lang="en-US" sz="2200" dirty="0">
                <a:latin typeface="Times New Roman" panose="02020603050405020304" pitchFamily="18" charset="0"/>
              </a:rPr>
              <a:t> </a:t>
            </a:r>
            <a:r>
              <a:rPr lang="en-US" sz="2200" dirty="0" err="1">
                <a:latin typeface="Times New Roman" panose="02020603050405020304" pitchFamily="18" charset="0"/>
              </a:rPr>
              <a:t>trúc</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Kiểm</a:t>
            </a:r>
            <a:r>
              <a:rPr lang="en-US" sz="2200" dirty="0">
                <a:latin typeface="Times New Roman" panose="02020603050405020304" pitchFamily="18" charset="0"/>
              </a:rPr>
              <a:t> </a:t>
            </a:r>
            <a:r>
              <a:rPr lang="en-US" sz="2200" dirty="0" err="1">
                <a:latin typeface="Times New Roman" panose="02020603050405020304" pitchFamily="18" charset="0"/>
              </a:rPr>
              <a:t>tra</a:t>
            </a:r>
            <a:r>
              <a:rPr lang="en-US" sz="2200" dirty="0">
                <a:latin typeface="Times New Roman" panose="02020603050405020304" pitchFamily="18" charset="0"/>
              </a:rPr>
              <a:t> </a:t>
            </a:r>
            <a:r>
              <a:rPr lang="en-US" sz="2200" dirty="0" err="1">
                <a:latin typeface="Times New Roman" panose="02020603050405020304" pitchFamily="18" charset="0"/>
              </a:rPr>
              <a:t>tính</a:t>
            </a:r>
            <a:r>
              <a:rPr lang="en-US" sz="2200" dirty="0">
                <a:latin typeface="Times New Roman" panose="02020603050405020304" pitchFamily="18" charset="0"/>
              </a:rPr>
              <a:t>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lệ</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Kiểm</a:t>
            </a:r>
            <a:r>
              <a:rPr lang="en-US" sz="2200" dirty="0">
                <a:latin typeface="Times New Roman" panose="02020603050405020304" pitchFamily="18" charset="0"/>
              </a:rPr>
              <a:t> </a:t>
            </a:r>
            <a:r>
              <a:rPr lang="en-US" sz="2200" dirty="0" err="1">
                <a:latin typeface="Times New Roman" panose="02020603050405020304" pitchFamily="18" charset="0"/>
              </a:rPr>
              <a:t>tra</a:t>
            </a:r>
            <a:r>
              <a:rPr lang="en-US" sz="2200" dirty="0">
                <a:latin typeface="Times New Roman" panose="02020603050405020304" pitchFamily="18" charset="0"/>
              </a:rPr>
              <a:t> </a:t>
            </a:r>
            <a:r>
              <a:rPr lang="en-US" sz="2200" dirty="0" err="1">
                <a:latin typeface="Times New Roman" panose="02020603050405020304" pitchFamily="18" charset="0"/>
              </a:rPr>
              <a:t>chữ</a:t>
            </a:r>
            <a:r>
              <a:rPr lang="en-US" sz="2200" dirty="0">
                <a:latin typeface="Times New Roman" panose="02020603050405020304" pitchFamily="18" charset="0"/>
              </a:rPr>
              <a:t> </a:t>
            </a:r>
            <a:r>
              <a:rPr lang="en-US" sz="2200" dirty="0" err="1">
                <a:latin typeface="Times New Roman" panose="02020603050405020304" pitchFamily="18" charset="0"/>
              </a:rPr>
              <a:t>ký</a:t>
            </a:r>
            <a:r>
              <a:rPr lang="en-US" sz="2200" dirty="0">
                <a:latin typeface="Times New Roman" panose="02020603050405020304" pitchFamily="18" charset="0"/>
              </a:rPr>
              <a:t> </a:t>
            </a:r>
            <a:r>
              <a:rPr lang="en-US" sz="2200" dirty="0" err="1">
                <a:latin typeface="Times New Roman" panose="02020603050405020304" pitchFamily="18" charset="0"/>
              </a:rPr>
              <a:t>số</a:t>
            </a:r>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Kiểm</a:t>
            </a:r>
            <a:r>
              <a:rPr lang="en-US" sz="2200" dirty="0">
                <a:latin typeface="Times New Roman" panose="02020603050405020304" pitchFamily="18" charset="0"/>
              </a:rPr>
              <a:t> </a:t>
            </a:r>
            <a:r>
              <a:rPr lang="en-US" sz="2200" dirty="0" err="1">
                <a:latin typeface="Times New Roman" panose="02020603050405020304" pitchFamily="18" charset="0"/>
              </a:rPr>
              <a:t>tra</a:t>
            </a:r>
            <a:r>
              <a:rPr lang="en-US" sz="2200" dirty="0">
                <a:latin typeface="Times New Roman" panose="02020603050405020304" pitchFamily="18" charset="0"/>
              </a:rPr>
              <a:t> </a:t>
            </a:r>
            <a:r>
              <a:rPr lang="en-US" sz="2200" dirty="0" err="1">
                <a:latin typeface="Times New Roman" panose="02020603050405020304" pitchFamily="18" charset="0"/>
              </a:rPr>
              <a:t>tính</a:t>
            </a:r>
            <a:r>
              <a:rPr lang="en-US" sz="2200" dirty="0">
                <a:latin typeface="Times New Roman" panose="02020603050405020304" pitchFamily="18" charset="0"/>
              </a:rPr>
              <a:t> </a:t>
            </a:r>
            <a:r>
              <a:rPr lang="en-US" sz="2200" dirty="0" err="1">
                <a:latin typeface="Times New Roman" panose="02020603050405020304" pitchFamily="18" charset="0"/>
              </a:rPr>
              <a:t>duy</a:t>
            </a:r>
            <a:r>
              <a:rPr lang="en-US" sz="2200" dirty="0">
                <a:latin typeface="Times New Roman" panose="02020603050405020304" pitchFamily="18" charset="0"/>
              </a:rPr>
              <a:t> </a:t>
            </a:r>
            <a:r>
              <a:rPr lang="en-US" sz="2200" dirty="0" err="1">
                <a:latin typeface="Times New Roman" panose="02020603050405020304" pitchFamily="18" charset="0"/>
              </a:rPr>
              <a:t>nhất</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hồ</a:t>
            </a:r>
            <a:r>
              <a:rPr lang="en-US" sz="2200" dirty="0">
                <a:latin typeface="Times New Roman" panose="02020603050405020304" pitchFamily="18" charset="0"/>
              </a:rPr>
              <a:t> </a:t>
            </a:r>
            <a:r>
              <a:rPr lang="en-US" sz="2200" dirty="0" err="1">
                <a:latin typeface="Times New Roman" panose="02020603050405020304" pitchFamily="18" charset="0"/>
              </a:rPr>
              <a:t>sơ</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a:latin typeface="Times New Roman" panose="02020603050405020304" pitchFamily="18" charset="0"/>
              </a:rPr>
              <a:t>Trường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lệ</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Ghi</a:t>
            </a:r>
            <a:r>
              <a:rPr lang="en-US" sz="2200" dirty="0">
                <a:latin typeface="Times New Roman" panose="02020603050405020304" pitchFamily="18" charset="0"/>
              </a:rPr>
              <a:t> </a:t>
            </a:r>
            <a:r>
              <a:rPr lang="en-US" sz="2200" dirty="0" err="1">
                <a:latin typeface="Times New Roman" panose="02020603050405020304" pitchFamily="18" charset="0"/>
              </a:rPr>
              <a:t>nhận</a:t>
            </a:r>
            <a:r>
              <a:rPr lang="en-US" sz="2200" dirty="0">
                <a:latin typeface="Times New Roman" panose="02020603050405020304" pitchFamily="18" charset="0"/>
              </a:rPr>
              <a:t> </a:t>
            </a:r>
            <a:r>
              <a:rPr lang="en-US" sz="2200" dirty="0" err="1">
                <a:latin typeface="Times New Roman" panose="02020603050405020304" pitchFamily="18" charset="0"/>
              </a:rPr>
              <a:t>vào</a:t>
            </a:r>
            <a:r>
              <a:rPr lang="en-US" sz="2200" dirty="0">
                <a:latin typeface="Times New Roman" panose="02020603050405020304" pitchFamily="18" charset="0"/>
              </a:rPr>
              <a:t> </a:t>
            </a:r>
            <a:r>
              <a:rPr lang="en-US" sz="2200" dirty="0" err="1">
                <a:latin typeface="Times New Roman" panose="02020603050405020304" pitchFamily="18" charset="0"/>
              </a:rPr>
              <a:t>cơ</a:t>
            </a:r>
            <a:r>
              <a:rPr lang="en-US" sz="2200" dirty="0">
                <a:latin typeface="Times New Roman" panose="02020603050405020304" pitchFamily="18" charset="0"/>
              </a:rPr>
              <a:t> </a:t>
            </a:r>
            <a:r>
              <a:rPr lang="en-US" sz="2200" dirty="0" err="1">
                <a:latin typeface="Times New Roman" panose="02020603050405020304" pitchFamily="18" charset="0"/>
              </a:rPr>
              <a:t>sở</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en-US" sz="2200" dirty="0" err="1">
                <a:latin typeface="Times New Roman" panose="02020603050405020304" pitchFamily="18" charset="0"/>
              </a:rPr>
              <a:t>cá</a:t>
            </a:r>
            <a:r>
              <a:rPr lang="en-US" sz="2200" dirty="0">
                <a:latin typeface="Times New Roman" panose="02020603050405020304" pitchFamily="18" charset="0"/>
              </a:rPr>
              <a:t> </a:t>
            </a:r>
            <a:r>
              <a:rPr lang="en-US" sz="2200" dirty="0" err="1">
                <a:latin typeface="Times New Roman" panose="02020603050405020304" pitchFamily="18" charset="0"/>
              </a:rPr>
              <a:t>nhân</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Cập</a:t>
            </a:r>
            <a:r>
              <a:rPr lang="en-US" sz="2200" dirty="0">
                <a:latin typeface="Times New Roman" panose="02020603050405020304" pitchFamily="18" charset="0"/>
              </a:rPr>
              <a:t> </a:t>
            </a:r>
            <a:r>
              <a:rPr lang="en-US" sz="2200" dirty="0" err="1">
                <a:latin typeface="Times New Roman" panose="02020603050405020304" pitchFamily="18" charset="0"/>
              </a:rPr>
              <a:t>nhật</a:t>
            </a:r>
            <a:r>
              <a:rPr lang="en-US" sz="2200" dirty="0">
                <a:latin typeface="Times New Roman" panose="02020603050405020304" pitchFamily="18" charset="0"/>
              </a:rPr>
              <a:t> </a:t>
            </a:r>
            <a:r>
              <a:rPr lang="en-US" sz="2200" dirty="0" err="1">
                <a:latin typeface="Times New Roman" panose="02020603050405020304" pitchFamily="18" charset="0"/>
              </a:rPr>
              <a:t>lịch</a:t>
            </a:r>
            <a:r>
              <a:rPr lang="en-US" sz="2200" dirty="0">
                <a:latin typeface="Times New Roman" panose="02020603050405020304" pitchFamily="18" charset="0"/>
              </a:rPr>
              <a:t> </a:t>
            </a:r>
            <a:r>
              <a:rPr lang="en-US" sz="2200" dirty="0" err="1">
                <a:latin typeface="Times New Roman" panose="02020603050405020304" pitchFamily="18" charset="0"/>
              </a:rPr>
              <a:t>sử</a:t>
            </a:r>
            <a:r>
              <a:rPr lang="en-US" sz="2200" dirty="0">
                <a:latin typeface="Times New Roman" panose="02020603050405020304" pitchFamily="18" charset="0"/>
              </a:rPr>
              <a:t> </a:t>
            </a:r>
            <a:r>
              <a:rPr lang="en-US" sz="2200" dirty="0" err="1">
                <a:latin typeface="Times New Roman" panose="02020603050405020304" pitchFamily="18" charset="0"/>
              </a:rPr>
              <a:t>khám</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người</a:t>
            </a:r>
            <a:r>
              <a:rPr lang="en-US" sz="2200" dirty="0">
                <a:latin typeface="Times New Roman" panose="02020603050405020304" pitchFamily="18" charset="0"/>
              </a:rPr>
              <a:t> </a:t>
            </a:r>
            <a:r>
              <a:rPr lang="en-US" sz="2200" dirty="0" err="1">
                <a:latin typeface="Times New Roman" panose="02020603050405020304" pitchFamily="18" charset="0"/>
              </a:rPr>
              <a:t>dân</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a:latin typeface="Times New Roman" panose="02020603050405020304" pitchFamily="18" charset="0"/>
              </a:rPr>
              <a:t>Trường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không</a:t>
            </a:r>
            <a:r>
              <a:rPr lang="en-US" sz="2200" dirty="0">
                <a:latin typeface="Times New Roman" panose="02020603050405020304" pitchFamily="18" charset="0"/>
              </a:rPr>
              <a:t>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lệ</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Từ</a:t>
            </a:r>
            <a:r>
              <a:rPr lang="en-US" sz="2200" dirty="0">
                <a:latin typeface="Times New Roman" panose="02020603050405020304" pitchFamily="18" charset="0"/>
              </a:rPr>
              <a:t> </a:t>
            </a:r>
            <a:r>
              <a:rPr lang="en-US" sz="2200" dirty="0" err="1">
                <a:latin typeface="Times New Roman" panose="02020603050405020304" pitchFamily="18" charset="0"/>
              </a:rPr>
              <a:t>chối</a:t>
            </a:r>
            <a:r>
              <a:rPr lang="en-US" sz="2200" dirty="0">
                <a:latin typeface="Times New Roman" panose="02020603050405020304" pitchFamily="18" charset="0"/>
              </a:rPr>
              <a:t> </a:t>
            </a:r>
            <a:r>
              <a:rPr lang="en-US" sz="2200" dirty="0" err="1">
                <a:latin typeface="Times New Roman" panose="02020603050405020304" pitchFamily="18" charset="0"/>
              </a:rPr>
              <a:t>tiếp</a:t>
            </a:r>
            <a:r>
              <a:rPr lang="en-US" sz="2200" dirty="0">
                <a:latin typeface="Times New Roman" panose="02020603050405020304" pitchFamily="18" charset="0"/>
              </a:rPr>
              <a:t> </a:t>
            </a:r>
            <a:r>
              <a:rPr lang="en-US" sz="2200" dirty="0" err="1">
                <a:latin typeface="Times New Roman" panose="02020603050405020304" pitchFamily="18" charset="0"/>
              </a:rPr>
              <a:t>nhận</a:t>
            </a:r>
            <a:r>
              <a:rPr lang="en-US" sz="2200" dirty="0">
                <a:latin typeface="Times New Roman" panose="02020603050405020304" pitchFamily="18" charset="0"/>
              </a:rPr>
              <a:t>;</a:t>
            </a:r>
          </a:p>
          <a:p>
            <a:r>
              <a:rPr lang="en-US" sz="2200" dirty="0">
                <a:latin typeface="Times New Roman" panose="02020603050405020304" pitchFamily="18" charset="0"/>
              </a:rPr>
              <a:t>	</a:t>
            </a:r>
            <a:r>
              <a:rPr lang="vi-VN" sz="2200" dirty="0">
                <a:latin typeface="Times New Roman" panose="02020603050405020304" pitchFamily="18" charset="0"/>
              </a:rPr>
              <a:t>+ </a:t>
            </a:r>
            <a:r>
              <a:rPr lang="en-US" sz="2200" dirty="0" err="1">
                <a:latin typeface="Times New Roman" panose="02020603050405020304" pitchFamily="18" charset="0"/>
              </a:rPr>
              <a:t>Gửi</a:t>
            </a:r>
            <a:r>
              <a:rPr lang="en-US" sz="2200" dirty="0">
                <a:latin typeface="Times New Roman" panose="02020603050405020304" pitchFamily="18" charset="0"/>
              </a:rPr>
              <a:t> </a:t>
            </a:r>
            <a:r>
              <a:rPr lang="en-US" sz="2200" dirty="0" err="1">
                <a:latin typeface="Times New Roman" panose="02020603050405020304" pitchFamily="18" charset="0"/>
              </a:rPr>
              <a:t>thông</a:t>
            </a:r>
            <a:r>
              <a:rPr lang="en-US" sz="2200" dirty="0">
                <a:latin typeface="Times New Roman" panose="02020603050405020304" pitchFamily="18" charset="0"/>
              </a:rPr>
              <a:t> </a:t>
            </a:r>
            <a:r>
              <a:rPr lang="en-US" sz="2200" dirty="0" err="1">
                <a:latin typeface="Times New Roman" panose="02020603050405020304" pitchFamily="18" charset="0"/>
              </a:rPr>
              <a:t>báo</a:t>
            </a:r>
            <a:r>
              <a:rPr lang="en-US" sz="2200" dirty="0">
                <a:latin typeface="Times New Roman" panose="02020603050405020304" pitchFamily="18" charset="0"/>
              </a:rPr>
              <a:t> </a:t>
            </a:r>
            <a:r>
              <a:rPr lang="en-US" sz="2200" dirty="0" err="1">
                <a:latin typeface="Times New Roman" panose="02020603050405020304" pitchFamily="18" charset="0"/>
              </a:rPr>
              <a:t>lỗi</a:t>
            </a:r>
            <a:r>
              <a:rPr lang="en-US" sz="2200" dirty="0">
                <a:latin typeface="Times New Roman" panose="02020603050405020304" pitchFamily="18" charset="0"/>
              </a:rPr>
              <a:t> </a:t>
            </a:r>
            <a:r>
              <a:rPr lang="en-US" sz="2200" dirty="0" err="1">
                <a:latin typeface="Times New Roman" panose="02020603050405020304" pitchFamily="18" charset="0"/>
              </a:rPr>
              <a:t>cho</a:t>
            </a:r>
            <a:r>
              <a:rPr lang="en-US" sz="2200" dirty="0">
                <a:latin typeface="Times New Roman" panose="02020603050405020304" pitchFamily="18" charset="0"/>
              </a:rPr>
              <a:t> </a:t>
            </a:r>
            <a:r>
              <a:rPr lang="en-US" sz="2200" dirty="0" err="1">
                <a:latin typeface="Times New Roman" panose="02020603050405020304" pitchFamily="18" charset="0"/>
              </a:rPr>
              <a:t>đơn</a:t>
            </a:r>
            <a:r>
              <a:rPr lang="en-US" sz="2200" dirty="0">
                <a:latin typeface="Times New Roman" panose="02020603050405020304" pitchFamily="18" charset="0"/>
              </a:rPr>
              <a:t> </a:t>
            </a:r>
            <a:r>
              <a:rPr lang="en-US" sz="2200" dirty="0" err="1">
                <a:latin typeface="Times New Roman" panose="02020603050405020304" pitchFamily="18" charset="0"/>
              </a:rPr>
              <a:t>vị</a:t>
            </a:r>
            <a:r>
              <a:rPr lang="en-US" sz="2200" dirty="0">
                <a:latin typeface="Times New Roman" panose="02020603050405020304" pitchFamily="18" charset="0"/>
              </a:rPr>
              <a:t> </a:t>
            </a:r>
            <a:r>
              <a:rPr lang="en-US" sz="2200" dirty="0" err="1">
                <a:latin typeface="Times New Roman" panose="02020603050405020304" pitchFamily="18" charset="0"/>
              </a:rPr>
              <a:t>gửi</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a:t>
            </a:r>
          </a:p>
          <a:p>
            <a:endParaRPr lang="en-US" sz="2200" dirty="0">
              <a:latin typeface="Times New Roman" panose="02020603050405020304" pitchFamily="18" charset="0"/>
            </a:endParaRPr>
          </a:p>
        </p:txBody>
      </p:sp>
    </p:spTree>
    <p:extLst>
      <p:ext uri="{BB962C8B-B14F-4D97-AF65-F5344CB8AC3E}">
        <p14:creationId xmlns:p14="http://schemas.microsoft.com/office/powerpoint/2010/main" val="3542401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5BEA72B3-1692-E919-5F70-5CA1D6B4516A}"/>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7EBFBB2C-8A34-F262-98B4-E577A9617275}"/>
              </a:ext>
            </a:extLst>
          </p:cNvPr>
          <p:cNvSpPr txBox="1">
            <a:spLocks/>
          </p:cNvSpPr>
          <p:nvPr/>
        </p:nvSpPr>
        <p:spPr>
          <a:xfrm>
            <a:off x="1365726" y="0"/>
            <a:ext cx="6412500" cy="11098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Times New Roman" panose="02020603050405020304" pitchFamily="18" charset="0"/>
                <a:cs typeface="Times New Roman" panose="02020603050405020304" pitchFamily="18" charset="0"/>
              </a:rPr>
              <a:t>THU THẬP, CẬP NHẬT DỮ LIỆU</a:t>
            </a:r>
          </a:p>
        </p:txBody>
      </p:sp>
      <p:sp>
        <p:nvSpPr>
          <p:cNvPr id="2" name="TextBox 1">
            <a:extLst>
              <a:ext uri="{FF2B5EF4-FFF2-40B4-BE49-F238E27FC236}">
                <a16:creationId xmlns:a16="http://schemas.microsoft.com/office/drawing/2014/main" xmlns="" id="{2204053C-7CC3-BA4A-F6C1-CAC588C31B1D}"/>
              </a:ext>
            </a:extLst>
          </p:cNvPr>
          <p:cNvSpPr txBox="1"/>
          <p:nvPr/>
        </p:nvSpPr>
        <p:spPr>
          <a:xfrm>
            <a:off x="103518" y="1123180"/>
            <a:ext cx="9040482" cy="4154984"/>
          </a:xfrm>
          <a:prstGeom prst="rect">
            <a:avLst/>
          </a:prstGeom>
          <a:noFill/>
        </p:spPr>
        <p:txBody>
          <a:bodyPr wrap="square">
            <a:spAutoFit/>
          </a:bodyPr>
          <a:lstStyle/>
          <a:p>
            <a:r>
              <a:rPr lang="en-US" sz="2200" b="1" dirty="0" err="1">
                <a:latin typeface="Times New Roman" panose="02020603050405020304" pitchFamily="18" charset="0"/>
              </a:rPr>
              <a:t>Bước</a:t>
            </a:r>
            <a:r>
              <a:rPr lang="en-US" sz="2200" b="1" dirty="0">
                <a:latin typeface="Times New Roman" panose="02020603050405020304" pitchFamily="18" charset="0"/>
              </a:rPr>
              <a:t> 8. </a:t>
            </a:r>
            <a:r>
              <a:rPr lang="en-US" sz="2200" b="1" dirty="0" err="1">
                <a:latin typeface="Times New Roman" panose="02020603050405020304" pitchFamily="18" charset="0"/>
              </a:rPr>
              <a:t>Đồng</a:t>
            </a:r>
            <a:r>
              <a:rPr lang="en-US" sz="2200" b="1" dirty="0">
                <a:latin typeface="Times New Roman" panose="02020603050405020304" pitchFamily="18" charset="0"/>
              </a:rPr>
              <a:t> </a:t>
            </a:r>
            <a:r>
              <a:rPr lang="en-US" sz="2200" b="1" dirty="0" err="1">
                <a:latin typeface="Times New Roman" panose="02020603050405020304" pitchFamily="18" charset="0"/>
              </a:rPr>
              <a:t>bộ</a:t>
            </a:r>
            <a:r>
              <a:rPr lang="en-US" sz="2200" b="1" dirty="0">
                <a:latin typeface="Times New Roman" panose="02020603050405020304" pitchFamily="18" charset="0"/>
              </a:rPr>
              <a:t> </a:t>
            </a:r>
            <a:r>
              <a:rPr lang="en-US" sz="2200" b="1" dirty="0" err="1">
                <a:latin typeface="Times New Roman" panose="02020603050405020304" pitchFamily="18" charset="0"/>
              </a:rPr>
              <a:t>dữ</a:t>
            </a:r>
            <a:r>
              <a:rPr lang="en-US" sz="2200" b="1" dirty="0">
                <a:latin typeface="Times New Roman" panose="02020603050405020304" pitchFamily="18" charset="0"/>
              </a:rPr>
              <a:t> </a:t>
            </a:r>
            <a:r>
              <a:rPr lang="en-US" sz="2200" b="1" dirty="0" err="1">
                <a:latin typeface="Times New Roman" panose="02020603050405020304" pitchFamily="18" charset="0"/>
              </a:rPr>
              <a:t>liệu</a:t>
            </a:r>
            <a:r>
              <a:rPr lang="en-US" sz="2200" b="1" dirty="0">
                <a:latin typeface="Times New Roman" panose="02020603050405020304" pitchFamily="18" charset="0"/>
              </a:rPr>
              <a:t> </a:t>
            </a:r>
            <a:r>
              <a:rPr lang="en-US" sz="2200" b="1" dirty="0" err="1">
                <a:latin typeface="Times New Roman" panose="02020603050405020304" pitchFamily="18" charset="0"/>
              </a:rPr>
              <a:t>và</a:t>
            </a:r>
            <a:r>
              <a:rPr lang="en-US" sz="2200" b="1" dirty="0">
                <a:latin typeface="Times New Roman" panose="02020603050405020304" pitchFamily="18" charset="0"/>
              </a:rPr>
              <a:t> </a:t>
            </a:r>
            <a:r>
              <a:rPr lang="en-US" sz="2200" b="1" dirty="0" err="1">
                <a:latin typeface="Times New Roman" panose="02020603050405020304" pitchFamily="18" charset="0"/>
              </a:rPr>
              <a:t>cập</a:t>
            </a:r>
            <a:r>
              <a:rPr lang="en-US" sz="2200" b="1" dirty="0">
                <a:latin typeface="Times New Roman" panose="02020603050405020304" pitchFamily="18" charset="0"/>
              </a:rPr>
              <a:t> </a:t>
            </a:r>
            <a:r>
              <a:rPr lang="en-US" sz="2200" b="1" dirty="0" err="1">
                <a:latin typeface="Times New Roman" panose="02020603050405020304" pitchFamily="18" charset="0"/>
              </a:rPr>
              <a:t>nhật</a:t>
            </a:r>
            <a:r>
              <a:rPr lang="en-US" sz="2200" b="1" dirty="0">
                <a:latin typeface="Times New Roman" panose="02020603050405020304" pitchFamily="18" charset="0"/>
              </a:rPr>
              <a:t> </a:t>
            </a:r>
            <a:r>
              <a:rPr lang="en-US" sz="2200" b="1" dirty="0" err="1">
                <a:latin typeface="Times New Roman" panose="02020603050405020304" pitchFamily="18" charset="0"/>
              </a:rPr>
              <a:t>Sổ</a:t>
            </a:r>
            <a:r>
              <a:rPr lang="en-US" sz="2200" b="1" dirty="0">
                <a:latin typeface="Times New Roman" panose="02020603050405020304" pitchFamily="18" charset="0"/>
              </a:rPr>
              <a:t> </a:t>
            </a:r>
            <a:r>
              <a:rPr lang="en-US" sz="2200" b="1" dirty="0" err="1">
                <a:latin typeface="Times New Roman" panose="02020603050405020304" pitchFamily="18" charset="0"/>
              </a:rPr>
              <a:t>sức</a:t>
            </a:r>
            <a:r>
              <a:rPr lang="en-US" sz="2200" b="1" dirty="0">
                <a:latin typeface="Times New Roman" panose="02020603050405020304" pitchFamily="18" charset="0"/>
              </a:rPr>
              <a:t> </a:t>
            </a:r>
            <a:r>
              <a:rPr lang="en-US" sz="2200" b="1" dirty="0" err="1">
                <a:latin typeface="Times New Roman" panose="02020603050405020304" pitchFamily="18" charset="0"/>
              </a:rPr>
              <a:t>khỏe</a:t>
            </a:r>
            <a:r>
              <a:rPr lang="en-US" sz="2200" b="1" dirty="0">
                <a:latin typeface="Times New Roman" panose="02020603050405020304" pitchFamily="18" charset="0"/>
              </a:rPr>
              <a:t> </a:t>
            </a:r>
            <a:r>
              <a:rPr lang="en-US" sz="2200" b="1" dirty="0" err="1">
                <a:latin typeface="Times New Roman" panose="02020603050405020304" pitchFamily="18" charset="0"/>
              </a:rPr>
              <a:t>điện</a:t>
            </a:r>
            <a:r>
              <a:rPr lang="en-US" sz="2200" b="1" dirty="0">
                <a:latin typeface="Times New Roman" panose="02020603050405020304" pitchFamily="18" charset="0"/>
              </a:rPr>
              <a:t> </a:t>
            </a:r>
            <a:r>
              <a:rPr lang="en-US" sz="2200" b="1" dirty="0" err="1">
                <a:latin typeface="Times New Roman" panose="02020603050405020304" pitchFamily="18" charset="0"/>
              </a:rPr>
              <a:t>tử</a:t>
            </a:r>
            <a:endParaRPr lang="en-US" sz="2200" b="1" dirty="0">
              <a:latin typeface="Times New Roman" panose="02020603050405020304" pitchFamily="18" charset="0"/>
            </a:endParaRPr>
          </a:p>
          <a:p>
            <a:r>
              <a:rPr lang="vi-VN"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hợp</a:t>
            </a:r>
            <a:r>
              <a:rPr lang="en-US" sz="2200" dirty="0">
                <a:latin typeface="Times New Roman" panose="02020603050405020304" pitchFamily="18" charset="0"/>
              </a:rPr>
              <a:t> </a:t>
            </a:r>
            <a:r>
              <a:rPr lang="en-US" sz="2200" dirty="0" err="1">
                <a:latin typeface="Times New Roman" panose="02020603050405020304" pitchFamily="18" charset="0"/>
              </a:rPr>
              <a:t>lệ</a:t>
            </a:r>
            <a:r>
              <a:rPr lang="en-US" sz="2200" dirty="0">
                <a:latin typeface="Times New Roman" panose="02020603050405020304" pitchFamily="18" charset="0"/>
              </a:rPr>
              <a:t> </a:t>
            </a:r>
            <a:r>
              <a:rPr lang="en-US" sz="2200" dirty="0" err="1">
                <a:latin typeface="Times New Roman" panose="02020603050405020304" pitchFamily="18" charset="0"/>
              </a:rPr>
              <a:t>được</a:t>
            </a:r>
            <a:r>
              <a:rPr lang="en-US" sz="2200" dirty="0">
                <a:latin typeface="Times New Roman" panose="02020603050405020304" pitchFamily="18" charset="0"/>
              </a:rPr>
              <a:t> </a:t>
            </a:r>
            <a:r>
              <a:rPr lang="en-US" sz="2200" dirty="0" err="1">
                <a:latin typeface="Times New Roman" panose="02020603050405020304" pitchFamily="18" charset="0"/>
              </a:rPr>
              <a:t>đồng</a:t>
            </a:r>
            <a:r>
              <a:rPr lang="en-US" sz="2200" dirty="0">
                <a:latin typeface="Times New Roman" panose="02020603050405020304" pitchFamily="18" charset="0"/>
              </a:rPr>
              <a:t> </a:t>
            </a:r>
            <a:r>
              <a:rPr lang="en-US" sz="2200" dirty="0" err="1">
                <a:latin typeface="Times New Roman" panose="02020603050405020304" pitchFamily="18" charset="0"/>
              </a:rPr>
              <a:t>bộ</a:t>
            </a:r>
            <a:r>
              <a:rPr lang="en-US" sz="2200" dirty="0">
                <a:latin typeface="Times New Roman" panose="02020603050405020304" pitchFamily="18" charset="0"/>
              </a:rPr>
              <a:t> </a:t>
            </a:r>
            <a:r>
              <a:rPr lang="en-US" sz="2200" dirty="0" err="1">
                <a:latin typeface="Times New Roman" panose="02020603050405020304" pitchFamily="18" charset="0"/>
              </a:rPr>
              <a:t>với</a:t>
            </a:r>
            <a:r>
              <a:rPr lang="en-US" sz="2200" dirty="0">
                <a:latin typeface="Times New Roman" panose="02020603050405020304" pitchFamily="18" charset="0"/>
              </a:rPr>
              <a:t> </a:t>
            </a:r>
            <a:r>
              <a:rPr lang="en-US" sz="2200" dirty="0" err="1">
                <a:latin typeface="Times New Roman" panose="02020603050405020304" pitchFamily="18" charset="0"/>
              </a:rPr>
              <a:t>hệ</a:t>
            </a:r>
            <a:r>
              <a:rPr lang="en-US" sz="2200" dirty="0">
                <a:latin typeface="Times New Roman" panose="02020603050405020304" pitchFamily="18" charset="0"/>
              </a:rPr>
              <a:t> </a:t>
            </a:r>
            <a:r>
              <a:rPr lang="en-US" sz="2200" dirty="0" err="1">
                <a:latin typeface="Times New Roman" panose="02020603050405020304" pitchFamily="18" charset="0"/>
              </a:rPr>
              <a:t>thống</a:t>
            </a:r>
            <a:r>
              <a:rPr lang="en-US" sz="2200" dirty="0">
                <a:latin typeface="Times New Roman" panose="02020603050405020304" pitchFamily="18" charset="0"/>
              </a:rPr>
              <a:t> </a:t>
            </a:r>
            <a:r>
              <a:rPr lang="en-US" sz="2200" dirty="0" err="1">
                <a:latin typeface="Times New Roman" panose="02020603050405020304" pitchFamily="18" charset="0"/>
              </a:rPr>
              <a:t>phục</a:t>
            </a:r>
            <a:r>
              <a:rPr lang="en-US" sz="2200" dirty="0">
                <a:latin typeface="Times New Roman" panose="02020603050405020304" pitchFamily="18" charset="0"/>
              </a:rPr>
              <a:t> </a:t>
            </a:r>
            <a:r>
              <a:rPr lang="en-US" sz="2200" dirty="0" err="1">
                <a:latin typeface="Times New Roman" panose="02020603050405020304" pitchFamily="18" charset="0"/>
              </a:rPr>
              <a:t>vụ</a:t>
            </a:r>
            <a:r>
              <a:rPr lang="en-US" sz="2200" dirty="0">
                <a:latin typeface="Times New Roman" panose="02020603050405020304" pitchFamily="18" charset="0"/>
              </a:rPr>
              <a:t> </a:t>
            </a:r>
            <a:r>
              <a:rPr lang="en-US" sz="2200" dirty="0" err="1">
                <a:latin typeface="Times New Roman" panose="02020603050405020304" pitchFamily="18" charset="0"/>
              </a:rPr>
              <a:t>tạo</a:t>
            </a:r>
            <a:r>
              <a:rPr lang="en-US" sz="2200" dirty="0">
                <a:latin typeface="Times New Roman" panose="02020603050405020304" pitchFamily="18" charset="0"/>
              </a:rPr>
              <a:t> </a:t>
            </a:r>
            <a:r>
              <a:rPr lang="en-US" sz="2200" dirty="0" err="1">
                <a:latin typeface="Times New Roman" panose="02020603050405020304" pitchFamily="18" charset="0"/>
              </a:rPr>
              <a:t>lập</a:t>
            </a:r>
            <a:r>
              <a:rPr lang="en-US" sz="2200" dirty="0">
                <a:latin typeface="Times New Roman" panose="02020603050405020304" pitchFamily="18" charset="0"/>
              </a:rPr>
              <a:t> </a:t>
            </a:r>
            <a:r>
              <a:rPr lang="en-US" sz="2200" dirty="0" err="1">
                <a:latin typeface="Times New Roman" panose="02020603050405020304" pitchFamily="18" charset="0"/>
              </a:rPr>
              <a:t>và</a:t>
            </a:r>
            <a:r>
              <a:rPr lang="en-US" sz="2200" dirty="0">
                <a:latin typeface="Times New Roman" panose="02020603050405020304" pitchFamily="18" charset="0"/>
              </a:rPr>
              <a:t> </a:t>
            </a:r>
            <a:r>
              <a:rPr lang="en-US" sz="2200" dirty="0" err="1">
                <a:latin typeface="Times New Roman" panose="02020603050405020304" pitchFamily="18" charset="0"/>
              </a:rPr>
              <a:t>cập</a:t>
            </a:r>
            <a:r>
              <a:rPr lang="en-US" sz="2200" dirty="0">
                <a:latin typeface="Times New Roman" panose="02020603050405020304" pitchFamily="18" charset="0"/>
              </a:rPr>
              <a:t> </a:t>
            </a:r>
            <a:r>
              <a:rPr lang="en-US" sz="2200" dirty="0" err="1">
                <a:latin typeface="Times New Roman" panose="02020603050405020304" pitchFamily="18" charset="0"/>
              </a:rPr>
              <a:t>nhật</a:t>
            </a:r>
            <a:r>
              <a:rPr lang="en-US" sz="2200" dirty="0">
                <a:latin typeface="Times New Roman" panose="02020603050405020304" pitchFamily="18" charset="0"/>
              </a:rPr>
              <a:t> </a:t>
            </a:r>
            <a:r>
              <a:rPr lang="en-US" sz="2200" dirty="0" err="1">
                <a:latin typeface="Times New Roman" panose="02020603050405020304" pitchFamily="18" charset="0"/>
              </a:rPr>
              <a:t>Sổ</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en-US" sz="2200" dirty="0" err="1">
                <a:latin typeface="Times New Roman" panose="02020603050405020304" pitchFamily="18" charset="0"/>
              </a:rPr>
              <a:t>điện</a:t>
            </a:r>
            <a:r>
              <a:rPr lang="en-US" sz="2200" dirty="0">
                <a:latin typeface="Times New Roman" panose="02020603050405020304" pitchFamily="18" charset="0"/>
              </a:rPr>
              <a:t> </a:t>
            </a:r>
            <a:r>
              <a:rPr lang="en-US" sz="2200" dirty="0" err="1">
                <a:latin typeface="Times New Roman" panose="02020603050405020304" pitchFamily="18" charset="0"/>
              </a:rPr>
              <a:t>tử</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a:latin typeface="Times New Roman" panose="02020603050405020304" pitchFamily="18" charset="0"/>
              </a:rPr>
              <a:t>Thông tin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người</a:t>
            </a:r>
            <a:r>
              <a:rPr lang="en-US" sz="2200" dirty="0">
                <a:latin typeface="Times New Roman" panose="02020603050405020304" pitchFamily="18" charset="0"/>
              </a:rPr>
              <a:t> </a:t>
            </a:r>
            <a:r>
              <a:rPr lang="en-US" sz="2200" dirty="0" err="1">
                <a:latin typeface="Times New Roman" panose="02020603050405020304" pitchFamily="18" charset="0"/>
              </a:rPr>
              <a:t>dân</a:t>
            </a:r>
            <a:r>
              <a:rPr lang="en-US" sz="2200" dirty="0">
                <a:latin typeface="Times New Roman" panose="02020603050405020304" pitchFamily="18" charset="0"/>
              </a:rPr>
              <a:t> </a:t>
            </a:r>
            <a:r>
              <a:rPr lang="en-US" sz="2200" dirty="0" err="1">
                <a:latin typeface="Times New Roman" panose="02020603050405020304" pitchFamily="18" charset="0"/>
              </a:rPr>
              <a:t>được</a:t>
            </a:r>
            <a:r>
              <a:rPr lang="en-US" sz="2200" dirty="0">
                <a:latin typeface="Times New Roman" panose="02020603050405020304" pitchFamily="18" charset="0"/>
              </a:rPr>
              <a:t> </a:t>
            </a:r>
            <a:r>
              <a:rPr lang="en-US" sz="2200" dirty="0" err="1">
                <a:latin typeface="Times New Roman" panose="02020603050405020304" pitchFamily="18" charset="0"/>
              </a:rPr>
              <a:t>hiển</a:t>
            </a:r>
            <a:r>
              <a:rPr lang="en-US" sz="2200" dirty="0">
                <a:latin typeface="Times New Roman" panose="02020603050405020304" pitchFamily="18" charset="0"/>
              </a:rPr>
              <a:t> </a:t>
            </a:r>
            <a:r>
              <a:rPr lang="en-US" sz="2200" dirty="0" err="1">
                <a:latin typeface="Times New Roman" panose="02020603050405020304" pitchFamily="18" charset="0"/>
              </a:rPr>
              <a:t>thị</a:t>
            </a:r>
            <a:r>
              <a:rPr lang="en-US" sz="2200" dirty="0">
                <a:latin typeface="Times New Roman" panose="02020603050405020304" pitchFamily="18" charset="0"/>
              </a:rPr>
              <a:t> </a:t>
            </a:r>
            <a:r>
              <a:rPr lang="en-US" sz="2200" dirty="0" err="1">
                <a:latin typeface="Times New Roman" panose="02020603050405020304" pitchFamily="18" charset="0"/>
              </a:rPr>
              <a:t>trên</a:t>
            </a:r>
            <a:r>
              <a:rPr lang="en-US" sz="2200" dirty="0">
                <a:latin typeface="Times New Roman" panose="02020603050405020304" pitchFamily="18" charset="0"/>
              </a:rPr>
              <a:t> </a:t>
            </a:r>
            <a:r>
              <a:rPr lang="en-US" sz="2200" dirty="0" err="1">
                <a:latin typeface="Times New Roman" panose="02020603050405020304" pitchFamily="18" charset="0"/>
              </a:rPr>
              <a:t>ứng</a:t>
            </a:r>
            <a:r>
              <a:rPr lang="en-US" sz="2200" dirty="0">
                <a:latin typeface="Times New Roman" panose="02020603050405020304" pitchFamily="18" charset="0"/>
              </a:rPr>
              <a:t> </a:t>
            </a:r>
            <a:r>
              <a:rPr lang="en-US" sz="2200" dirty="0" err="1">
                <a:latin typeface="Times New Roman" panose="02020603050405020304" pitchFamily="18" charset="0"/>
              </a:rPr>
              <a:t>dụng</a:t>
            </a:r>
            <a:r>
              <a:rPr lang="en-US" sz="2200" dirty="0">
                <a:latin typeface="Times New Roman" panose="02020603050405020304" pitchFamily="18" charset="0"/>
              </a:rPr>
              <a:t> </a:t>
            </a:r>
            <a:r>
              <a:rPr lang="en-US" sz="2200" dirty="0" err="1">
                <a:latin typeface="Times New Roman" panose="02020603050405020304" pitchFamily="18" charset="0"/>
              </a:rPr>
              <a:t>VNeID</a:t>
            </a:r>
            <a:r>
              <a:rPr lang="en-US" sz="2200" dirty="0">
                <a:latin typeface="Times New Roman" panose="02020603050405020304" pitchFamily="18" charset="0"/>
              </a:rPr>
              <a:t> </a:t>
            </a:r>
            <a:r>
              <a:rPr lang="en-US" sz="2200" dirty="0" err="1">
                <a:latin typeface="Times New Roman" panose="02020603050405020304" pitchFamily="18" charset="0"/>
              </a:rPr>
              <a:t>theo</a:t>
            </a:r>
            <a:r>
              <a:rPr lang="en-US" sz="2200" dirty="0">
                <a:latin typeface="Times New Roman" panose="02020603050405020304" pitchFamily="18" charset="0"/>
              </a:rPr>
              <a:t> </a:t>
            </a:r>
            <a:r>
              <a:rPr lang="en-US" sz="2200" dirty="0" err="1">
                <a:latin typeface="Times New Roman" panose="02020603050405020304" pitchFamily="18" charset="0"/>
              </a:rPr>
              <a:t>quy</a:t>
            </a:r>
            <a:r>
              <a:rPr lang="en-US" sz="2200" dirty="0">
                <a:latin typeface="Times New Roman" panose="02020603050405020304" pitchFamily="18" charset="0"/>
              </a:rPr>
              <a:t> </a:t>
            </a:r>
            <a:r>
              <a:rPr lang="en-US" sz="2200" dirty="0" err="1">
                <a:latin typeface="Times New Roman" panose="02020603050405020304" pitchFamily="18" charset="0"/>
              </a:rPr>
              <a:t>định</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err="1">
                <a:latin typeface="Times New Roman" panose="02020603050405020304" pitchFamily="18" charset="0"/>
              </a:rPr>
              <a:t>Lịch</a:t>
            </a:r>
            <a:r>
              <a:rPr lang="en-US" sz="2200" dirty="0">
                <a:latin typeface="Times New Roman" panose="02020603050405020304" pitchFamily="18" charset="0"/>
              </a:rPr>
              <a:t> </a:t>
            </a:r>
            <a:r>
              <a:rPr lang="en-US" sz="2200" dirty="0" err="1">
                <a:latin typeface="Times New Roman" panose="02020603050405020304" pitchFamily="18" charset="0"/>
              </a:rPr>
              <a:t>sử</a:t>
            </a:r>
            <a:r>
              <a:rPr lang="en-US" sz="2200" dirty="0">
                <a:latin typeface="Times New Roman" panose="02020603050405020304" pitchFamily="18" charset="0"/>
              </a:rPr>
              <a:t> </a:t>
            </a:r>
            <a:r>
              <a:rPr lang="en-US" sz="2200" dirty="0" err="1">
                <a:latin typeface="Times New Roman" panose="02020603050405020304" pitchFamily="18" charset="0"/>
              </a:rPr>
              <a:t>đồng</a:t>
            </a:r>
            <a:r>
              <a:rPr lang="en-US" sz="2200" dirty="0">
                <a:latin typeface="Times New Roman" panose="02020603050405020304" pitchFamily="18" charset="0"/>
              </a:rPr>
              <a:t> </a:t>
            </a:r>
            <a:r>
              <a:rPr lang="en-US" sz="2200" dirty="0" err="1">
                <a:latin typeface="Times New Roman" panose="02020603050405020304" pitchFamily="18" charset="0"/>
              </a:rPr>
              <a:t>bộ</a:t>
            </a:r>
            <a:r>
              <a:rPr lang="en-US" sz="2200" dirty="0">
                <a:latin typeface="Times New Roman" panose="02020603050405020304" pitchFamily="18" charset="0"/>
              </a:rPr>
              <a:t> </a:t>
            </a:r>
            <a:r>
              <a:rPr lang="en-US" sz="2200" dirty="0" err="1">
                <a:latin typeface="Times New Roman" panose="02020603050405020304" pitchFamily="18" charset="0"/>
              </a:rPr>
              <a:t>được</a:t>
            </a:r>
            <a:r>
              <a:rPr lang="en-US" sz="2200" dirty="0">
                <a:latin typeface="Times New Roman" panose="02020603050405020304" pitchFamily="18" charset="0"/>
              </a:rPr>
              <a:t> </a:t>
            </a:r>
            <a:r>
              <a:rPr lang="en-US" sz="2200" dirty="0" err="1">
                <a:latin typeface="Times New Roman" panose="02020603050405020304" pitchFamily="18" charset="0"/>
              </a:rPr>
              <a:t>lưu</a:t>
            </a:r>
            <a:r>
              <a:rPr lang="en-US" sz="2200" dirty="0">
                <a:latin typeface="Times New Roman" panose="02020603050405020304" pitchFamily="18" charset="0"/>
              </a:rPr>
              <a:t> </a:t>
            </a:r>
            <a:r>
              <a:rPr lang="en-US" sz="2200" dirty="0" err="1">
                <a:latin typeface="Times New Roman" panose="02020603050405020304" pitchFamily="18" charset="0"/>
              </a:rPr>
              <a:t>giữ</a:t>
            </a:r>
            <a:r>
              <a:rPr lang="en-US" sz="2200" dirty="0">
                <a:latin typeface="Times New Roman" panose="02020603050405020304" pitchFamily="18" charset="0"/>
              </a:rPr>
              <a:t> </a:t>
            </a:r>
            <a:r>
              <a:rPr lang="en-US" sz="2200" dirty="0" err="1">
                <a:latin typeface="Times New Roman" panose="02020603050405020304" pitchFamily="18" charset="0"/>
              </a:rPr>
              <a:t>trên</a:t>
            </a:r>
            <a:r>
              <a:rPr lang="en-US" sz="2200" dirty="0">
                <a:latin typeface="Times New Roman" panose="02020603050405020304" pitchFamily="18" charset="0"/>
              </a:rPr>
              <a:t> </a:t>
            </a:r>
            <a:r>
              <a:rPr lang="en-US" sz="2200" dirty="0" err="1">
                <a:latin typeface="Times New Roman" panose="02020603050405020304" pitchFamily="18" charset="0"/>
              </a:rPr>
              <a:t>hệ</a:t>
            </a:r>
            <a:r>
              <a:rPr lang="en-US" sz="2200" dirty="0">
                <a:latin typeface="Times New Roman" panose="02020603050405020304" pitchFamily="18" charset="0"/>
              </a:rPr>
              <a:t> </a:t>
            </a:r>
            <a:r>
              <a:rPr lang="en-US" sz="2200" dirty="0" err="1">
                <a:latin typeface="Times New Roman" panose="02020603050405020304" pitchFamily="18" charset="0"/>
              </a:rPr>
              <a:t>thống</a:t>
            </a:r>
            <a:r>
              <a:rPr lang="en-US" sz="2200" dirty="0">
                <a:latin typeface="Times New Roman" panose="02020603050405020304" pitchFamily="18" charset="0"/>
              </a:rPr>
              <a:t> </a:t>
            </a:r>
            <a:r>
              <a:rPr lang="en-US" sz="2200" dirty="0" err="1">
                <a:latin typeface="Times New Roman" panose="02020603050405020304" pitchFamily="18" charset="0"/>
              </a:rPr>
              <a:t>để</a:t>
            </a:r>
            <a:r>
              <a:rPr lang="en-US" sz="2200" dirty="0">
                <a:latin typeface="Times New Roman" panose="02020603050405020304" pitchFamily="18" charset="0"/>
              </a:rPr>
              <a:t> </a:t>
            </a:r>
            <a:r>
              <a:rPr lang="en-US" sz="2200" dirty="0" err="1">
                <a:latin typeface="Times New Roman" panose="02020603050405020304" pitchFamily="18" charset="0"/>
              </a:rPr>
              <a:t>phục</a:t>
            </a:r>
            <a:r>
              <a:rPr lang="en-US" sz="2200" dirty="0">
                <a:latin typeface="Times New Roman" panose="02020603050405020304" pitchFamily="18" charset="0"/>
              </a:rPr>
              <a:t> </a:t>
            </a:r>
            <a:r>
              <a:rPr lang="en-US" sz="2200" dirty="0" err="1">
                <a:latin typeface="Times New Roman" panose="02020603050405020304" pitchFamily="18" charset="0"/>
              </a:rPr>
              <a:t>vụ</a:t>
            </a:r>
            <a:r>
              <a:rPr lang="en-US" sz="2200" dirty="0">
                <a:latin typeface="Times New Roman" panose="02020603050405020304" pitchFamily="18" charset="0"/>
              </a:rPr>
              <a:t> </a:t>
            </a:r>
            <a:r>
              <a:rPr lang="en-US" sz="2200" dirty="0" err="1">
                <a:latin typeface="Times New Roman" panose="02020603050405020304" pitchFamily="18" charset="0"/>
              </a:rPr>
              <a:t>kiểm</a:t>
            </a:r>
            <a:r>
              <a:rPr lang="en-US" sz="2200" dirty="0">
                <a:latin typeface="Times New Roman" panose="02020603050405020304" pitchFamily="18" charset="0"/>
              </a:rPr>
              <a:t> </a:t>
            </a:r>
            <a:r>
              <a:rPr lang="en-US" sz="2200" dirty="0" err="1">
                <a:latin typeface="Times New Roman" panose="02020603050405020304" pitchFamily="18" charset="0"/>
              </a:rPr>
              <a:t>tra</a:t>
            </a:r>
            <a:r>
              <a:rPr lang="en-US" sz="2200" dirty="0">
                <a:latin typeface="Times New Roman" panose="02020603050405020304" pitchFamily="18" charset="0"/>
              </a:rPr>
              <a:t>, </a:t>
            </a:r>
            <a:r>
              <a:rPr lang="en-US" sz="2200" dirty="0" err="1">
                <a:latin typeface="Times New Roman" panose="02020603050405020304" pitchFamily="18" charset="0"/>
              </a:rPr>
              <a:t>đối</a:t>
            </a:r>
            <a:r>
              <a:rPr lang="en-US" sz="2200" dirty="0">
                <a:latin typeface="Times New Roman" panose="02020603050405020304" pitchFamily="18" charset="0"/>
              </a:rPr>
              <a:t> </a:t>
            </a:r>
            <a:r>
              <a:rPr lang="en-US" sz="2200" dirty="0" err="1">
                <a:latin typeface="Times New Roman" panose="02020603050405020304" pitchFamily="18" charset="0"/>
              </a:rPr>
              <a:t>soát</a:t>
            </a:r>
            <a:r>
              <a:rPr lang="en-US" sz="2200" dirty="0">
                <a:latin typeface="Times New Roman" panose="02020603050405020304" pitchFamily="18" charset="0"/>
              </a:rPr>
              <a:t>.</a:t>
            </a:r>
          </a:p>
          <a:p>
            <a:r>
              <a:rPr lang="en-US" sz="2200" b="1" dirty="0" err="1">
                <a:latin typeface="Times New Roman" panose="02020603050405020304" pitchFamily="18" charset="0"/>
              </a:rPr>
              <a:t>Bước</a:t>
            </a:r>
            <a:r>
              <a:rPr lang="en-US" sz="2200" b="1" dirty="0">
                <a:latin typeface="Times New Roman" panose="02020603050405020304" pitchFamily="18" charset="0"/>
              </a:rPr>
              <a:t> 9. Lưu </a:t>
            </a:r>
            <a:r>
              <a:rPr lang="en-US" sz="2200" b="1" dirty="0" err="1">
                <a:latin typeface="Times New Roman" panose="02020603050405020304" pitchFamily="18" charset="0"/>
              </a:rPr>
              <a:t>trữ</a:t>
            </a:r>
            <a:r>
              <a:rPr lang="en-US" sz="2200" b="1" dirty="0">
                <a:latin typeface="Times New Roman" panose="02020603050405020304" pitchFamily="18" charset="0"/>
              </a:rPr>
              <a:t> </a:t>
            </a:r>
            <a:r>
              <a:rPr lang="en-US" sz="2200" b="1" dirty="0" err="1">
                <a:latin typeface="Times New Roman" panose="02020603050405020304" pitchFamily="18" charset="0"/>
              </a:rPr>
              <a:t>và</a:t>
            </a:r>
            <a:r>
              <a:rPr lang="en-US" sz="2200" b="1" dirty="0">
                <a:latin typeface="Times New Roman" panose="02020603050405020304" pitchFamily="18" charset="0"/>
              </a:rPr>
              <a:t> </a:t>
            </a:r>
            <a:r>
              <a:rPr lang="en-US" sz="2200" b="1" dirty="0" err="1">
                <a:latin typeface="Times New Roman" panose="02020603050405020304" pitchFamily="18" charset="0"/>
              </a:rPr>
              <a:t>quản</a:t>
            </a:r>
            <a:r>
              <a:rPr lang="en-US" sz="2200" b="1" dirty="0">
                <a:latin typeface="Times New Roman" panose="02020603050405020304" pitchFamily="18" charset="0"/>
              </a:rPr>
              <a:t> </a:t>
            </a:r>
            <a:r>
              <a:rPr lang="en-US" sz="2200" b="1" dirty="0" err="1">
                <a:latin typeface="Times New Roman" panose="02020603050405020304" pitchFamily="18" charset="0"/>
              </a:rPr>
              <a:t>lý</a:t>
            </a:r>
            <a:r>
              <a:rPr lang="en-US" sz="2200" b="1" dirty="0">
                <a:latin typeface="Times New Roman" panose="02020603050405020304" pitchFamily="18" charset="0"/>
              </a:rPr>
              <a:t> </a:t>
            </a:r>
            <a:r>
              <a:rPr lang="en-US" sz="2200" b="1" dirty="0" err="1">
                <a:latin typeface="Times New Roman" panose="02020603050405020304" pitchFamily="18" charset="0"/>
              </a:rPr>
              <a:t>dữ</a:t>
            </a:r>
            <a:r>
              <a:rPr lang="en-US" sz="2200" b="1" dirty="0">
                <a:latin typeface="Times New Roman" panose="02020603050405020304" pitchFamily="18" charset="0"/>
              </a:rPr>
              <a:t> </a:t>
            </a:r>
            <a:r>
              <a:rPr lang="en-US" sz="2200" b="1" dirty="0" err="1">
                <a:latin typeface="Times New Roman" panose="02020603050405020304" pitchFamily="18" charset="0"/>
              </a:rPr>
              <a:t>liệu</a:t>
            </a:r>
            <a:endParaRPr lang="en-US" sz="2200" b="1" dirty="0">
              <a:latin typeface="Times New Roman" panose="02020603050405020304" pitchFamily="18" charset="0"/>
            </a:endParaRPr>
          </a:p>
          <a:p>
            <a:r>
              <a:rPr lang="vi-VN"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được</a:t>
            </a:r>
            <a:r>
              <a:rPr lang="en-US" sz="2200" dirty="0">
                <a:latin typeface="Times New Roman" panose="02020603050405020304" pitchFamily="18" charset="0"/>
              </a:rPr>
              <a:t> </a:t>
            </a:r>
            <a:r>
              <a:rPr lang="en-US" sz="2200" dirty="0" err="1">
                <a:latin typeface="Times New Roman" panose="02020603050405020304" pitchFamily="18" charset="0"/>
              </a:rPr>
              <a:t>lưu</a:t>
            </a:r>
            <a:r>
              <a:rPr lang="en-US" sz="2200" dirty="0">
                <a:latin typeface="Times New Roman" panose="02020603050405020304" pitchFamily="18" charset="0"/>
              </a:rPr>
              <a:t> </a:t>
            </a:r>
            <a:r>
              <a:rPr lang="en-US" sz="2200" dirty="0" err="1">
                <a:latin typeface="Times New Roman" panose="02020603050405020304" pitchFamily="18" charset="0"/>
              </a:rPr>
              <a:t>trữ</a:t>
            </a:r>
            <a:r>
              <a:rPr lang="en-US" sz="2200" dirty="0">
                <a:latin typeface="Times New Roman" panose="02020603050405020304" pitchFamily="18" charset="0"/>
              </a:rPr>
              <a:t> </a:t>
            </a:r>
            <a:r>
              <a:rPr lang="en-US" sz="2200" dirty="0" err="1">
                <a:latin typeface="Times New Roman" panose="02020603050405020304" pitchFamily="18" charset="0"/>
              </a:rPr>
              <a:t>tập</a:t>
            </a:r>
            <a:r>
              <a:rPr lang="en-US" sz="2200" dirty="0">
                <a:latin typeface="Times New Roman" panose="02020603050405020304" pitchFamily="18" charset="0"/>
              </a:rPr>
              <a:t> </a:t>
            </a:r>
            <a:r>
              <a:rPr lang="en-US" sz="2200" dirty="0" err="1">
                <a:latin typeface="Times New Roman" panose="02020603050405020304" pitchFamily="18" charset="0"/>
              </a:rPr>
              <a:t>trung</a:t>
            </a:r>
            <a:r>
              <a:rPr lang="en-US" sz="2200" dirty="0">
                <a:latin typeface="Times New Roman" panose="02020603050405020304" pitchFamily="18" charset="0"/>
              </a:rPr>
              <a:t> </a:t>
            </a:r>
            <a:r>
              <a:rPr lang="en-US" sz="2200" dirty="0" err="1">
                <a:latin typeface="Times New Roman" panose="02020603050405020304" pitchFamily="18" charset="0"/>
              </a:rPr>
              <a:t>trên</a:t>
            </a:r>
            <a:r>
              <a:rPr lang="en-US" sz="2200" dirty="0">
                <a:latin typeface="Times New Roman" panose="02020603050405020304" pitchFamily="18" charset="0"/>
              </a:rPr>
              <a:t> </a:t>
            </a:r>
            <a:r>
              <a:rPr lang="en-US" sz="2200" dirty="0" err="1">
                <a:latin typeface="Times New Roman" panose="02020603050405020304" pitchFamily="18" charset="0"/>
              </a:rPr>
              <a:t>Cổng</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sức</a:t>
            </a:r>
            <a:r>
              <a:rPr lang="en-US" sz="2200" dirty="0">
                <a:latin typeface="Times New Roman" panose="02020603050405020304" pitchFamily="18" charset="0"/>
              </a:rPr>
              <a:t> </a:t>
            </a:r>
            <a:r>
              <a:rPr lang="en-US" sz="2200" dirty="0" err="1">
                <a:latin typeface="Times New Roman" panose="02020603050405020304" pitchFamily="18" charset="0"/>
              </a:rPr>
              <a:t>khỏe</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err="1">
                <a:latin typeface="Times New Roman" panose="02020603050405020304" pitchFamily="18" charset="0"/>
              </a:rPr>
              <a:t>Việc</a:t>
            </a:r>
            <a:r>
              <a:rPr lang="en-US" sz="2200" dirty="0">
                <a:latin typeface="Times New Roman" panose="02020603050405020304" pitchFamily="18" charset="0"/>
              </a:rPr>
              <a:t> </a:t>
            </a:r>
            <a:r>
              <a:rPr lang="en-US" sz="2200" dirty="0" err="1">
                <a:latin typeface="Times New Roman" panose="02020603050405020304" pitchFamily="18" charset="0"/>
              </a:rPr>
              <a:t>lưu</a:t>
            </a:r>
            <a:r>
              <a:rPr lang="en-US" sz="2200" dirty="0">
                <a:latin typeface="Times New Roman" panose="02020603050405020304" pitchFamily="18" charset="0"/>
              </a:rPr>
              <a:t> </a:t>
            </a:r>
            <a:r>
              <a:rPr lang="en-US" sz="2200" dirty="0" err="1">
                <a:latin typeface="Times New Roman" panose="02020603050405020304" pitchFamily="18" charset="0"/>
              </a:rPr>
              <a:t>trữ</a:t>
            </a:r>
            <a:r>
              <a:rPr lang="en-US" sz="2200" dirty="0">
                <a:latin typeface="Times New Roman" panose="02020603050405020304" pitchFamily="18" charset="0"/>
              </a:rPr>
              <a:t>, </a:t>
            </a:r>
            <a:r>
              <a:rPr lang="en-US" sz="2200" dirty="0" err="1">
                <a:latin typeface="Times New Roman" panose="02020603050405020304" pitchFamily="18" charset="0"/>
              </a:rPr>
              <a:t>khai</a:t>
            </a:r>
            <a:r>
              <a:rPr lang="en-US" sz="2200" dirty="0">
                <a:latin typeface="Times New Roman" panose="02020603050405020304" pitchFamily="18" charset="0"/>
              </a:rPr>
              <a:t> </a:t>
            </a:r>
            <a:r>
              <a:rPr lang="en-US" sz="2200" dirty="0" err="1">
                <a:latin typeface="Times New Roman" panose="02020603050405020304" pitchFamily="18" charset="0"/>
              </a:rPr>
              <a:t>thác</a:t>
            </a:r>
            <a:r>
              <a:rPr lang="en-US" sz="2200" dirty="0">
                <a:latin typeface="Times New Roman" panose="02020603050405020304" pitchFamily="18" charset="0"/>
              </a:rPr>
              <a:t> </a:t>
            </a:r>
            <a:r>
              <a:rPr lang="en-US" sz="2200" dirty="0" err="1">
                <a:latin typeface="Times New Roman" panose="02020603050405020304" pitchFamily="18" charset="0"/>
              </a:rPr>
              <a:t>và</a:t>
            </a:r>
            <a:r>
              <a:rPr lang="en-US" sz="2200" dirty="0">
                <a:latin typeface="Times New Roman" panose="02020603050405020304" pitchFamily="18" charset="0"/>
              </a:rPr>
              <a:t> chia </a:t>
            </a:r>
            <a:r>
              <a:rPr lang="en-US" sz="2200" dirty="0" err="1">
                <a:latin typeface="Times New Roman" panose="02020603050405020304" pitchFamily="18" charset="0"/>
              </a:rPr>
              <a:t>sẻ</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thực</a:t>
            </a:r>
            <a:r>
              <a:rPr lang="en-US" sz="2200" dirty="0">
                <a:latin typeface="Times New Roman" panose="02020603050405020304" pitchFamily="18" charset="0"/>
              </a:rPr>
              <a:t> </a:t>
            </a:r>
            <a:r>
              <a:rPr lang="en-US" sz="2200" dirty="0" err="1">
                <a:latin typeface="Times New Roman" panose="02020603050405020304" pitchFamily="18" charset="0"/>
              </a:rPr>
              <a:t>hiện</a:t>
            </a:r>
            <a:r>
              <a:rPr lang="en-US" sz="2200" dirty="0">
                <a:latin typeface="Times New Roman" panose="02020603050405020304" pitchFamily="18" charset="0"/>
              </a:rPr>
              <a:t> </a:t>
            </a:r>
            <a:r>
              <a:rPr lang="en-US" sz="2200" dirty="0" err="1">
                <a:latin typeface="Times New Roman" panose="02020603050405020304" pitchFamily="18" charset="0"/>
              </a:rPr>
              <a:t>theo</a:t>
            </a:r>
            <a:r>
              <a:rPr lang="en-US" sz="2200" dirty="0">
                <a:latin typeface="Times New Roman" panose="02020603050405020304" pitchFamily="18" charset="0"/>
              </a:rPr>
              <a:t> </a:t>
            </a:r>
            <a:r>
              <a:rPr lang="en-US" sz="2200" dirty="0" err="1">
                <a:latin typeface="Times New Roman" panose="02020603050405020304" pitchFamily="18" charset="0"/>
              </a:rPr>
              <a:t>quy</a:t>
            </a:r>
            <a:r>
              <a:rPr lang="en-US" sz="2200" dirty="0">
                <a:latin typeface="Times New Roman" panose="02020603050405020304" pitchFamily="18" charset="0"/>
              </a:rPr>
              <a:t> </a:t>
            </a:r>
            <a:r>
              <a:rPr lang="en-US" sz="2200" dirty="0" err="1">
                <a:latin typeface="Times New Roman" panose="02020603050405020304" pitchFamily="18" charset="0"/>
              </a:rPr>
              <a:t>định</a:t>
            </a:r>
            <a:r>
              <a:rPr lang="en-US" sz="2200" dirty="0">
                <a:latin typeface="Times New Roman" panose="02020603050405020304" pitchFamily="18" charset="0"/>
              </a:rPr>
              <a:t> </a:t>
            </a:r>
            <a:r>
              <a:rPr lang="en-US" sz="2200" dirty="0" err="1">
                <a:latin typeface="Times New Roman" panose="02020603050405020304" pitchFamily="18" charset="0"/>
              </a:rPr>
              <a:t>tại</a:t>
            </a:r>
            <a:r>
              <a:rPr lang="en-US" sz="2200" dirty="0">
                <a:latin typeface="Times New Roman" panose="02020603050405020304" pitchFamily="18" charset="0"/>
              </a:rPr>
              <a:t> Quy </a:t>
            </a:r>
            <a:r>
              <a:rPr lang="en-US" sz="2200" dirty="0" err="1">
                <a:latin typeface="Times New Roman" panose="02020603050405020304" pitchFamily="18" charset="0"/>
              </a:rPr>
              <a:t>chế</a:t>
            </a:r>
            <a:r>
              <a:rPr lang="en-US" sz="2200" dirty="0">
                <a:latin typeface="Times New Roman" panose="02020603050405020304" pitchFamily="18" charset="0"/>
              </a:rPr>
              <a:t> </a:t>
            </a:r>
            <a:r>
              <a:rPr lang="en-US" sz="2200" dirty="0" err="1">
                <a:latin typeface="Times New Roman" panose="02020603050405020304" pitchFamily="18" charset="0"/>
              </a:rPr>
              <a:t>này</a:t>
            </a:r>
            <a:r>
              <a:rPr lang="en-US" sz="2200" dirty="0">
                <a:latin typeface="Times New Roman" panose="02020603050405020304" pitchFamily="18" charset="0"/>
              </a:rPr>
              <a:t> </a:t>
            </a:r>
            <a:r>
              <a:rPr lang="en-US" sz="2200" dirty="0" err="1">
                <a:latin typeface="Times New Roman" panose="02020603050405020304" pitchFamily="18" charset="0"/>
              </a:rPr>
              <a:t>và</a:t>
            </a:r>
            <a:r>
              <a:rPr lang="en-US" sz="2200" dirty="0">
                <a:latin typeface="Times New Roman" panose="02020603050405020304" pitchFamily="18" charset="0"/>
              </a:rPr>
              <a:t> </a:t>
            </a:r>
            <a:r>
              <a:rPr lang="en-US" sz="2200" dirty="0" err="1">
                <a:latin typeface="Times New Roman" panose="02020603050405020304" pitchFamily="18" charset="0"/>
              </a:rPr>
              <a:t>quy</a:t>
            </a:r>
            <a:r>
              <a:rPr lang="en-US" sz="2200" dirty="0">
                <a:latin typeface="Times New Roman" panose="02020603050405020304" pitchFamily="18" charset="0"/>
              </a:rPr>
              <a:t> </a:t>
            </a:r>
            <a:r>
              <a:rPr lang="en-US" sz="2200" dirty="0" err="1">
                <a:latin typeface="Times New Roman" panose="02020603050405020304" pitchFamily="18" charset="0"/>
              </a:rPr>
              <a:t>định</a:t>
            </a:r>
            <a:r>
              <a:rPr lang="en-US" sz="2200" dirty="0">
                <a:latin typeface="Times New Roman" panose="02020603050405020304" pitchFamily="18" charset="0"/>
              </a:rPr>
              <a:t> </a:t>
            </a:r>
            <a:r>
              <a:rPr lang="en-US" sz="2200" dirty="0" err="1">
                <a:latin typeface="Times New Roman" panose="02020603050405020304" pitchFamily="18" charset="0"/>
              </a:rPr>
              <a:t>của</a:t>
            </a:r>
            <a:r>
              <a:rPr lang="en-US" sz="2200" dirty="0">
                <a:latin typeface="Times New Roman" panose="02020603050405020304" pitchFamily="18" charset="0"/>
              </a:rPr>
              <a:t> </a:t>
            </a:r>
            <a:r>
              <a:rPr lang="en-US" sz="2200" dirty="0" err="1">
                <a:latin typeface="Times New Roman" panose="02020603050405020304" pitchFamily="18" charset="0"/>
              </a:rPr>
              <a:t>pháp</a:t>
            </a:r>
            <a:r>
              <a:rPr lang="en-US" sz="2200" dirty="0">
                <a:latin typeface="Times New Roman" panose="02020603050405020304" pitchFamily="18" charset="0"/>
              </a:rPr>
              <a:t> </a:t>
            </a:r>
            <a:r>
              <a:rPr lang="en-US" sz="2200" dirty="0" err="1">
                <a:latin typeface="Times New Roman" panose="02020603050405020304" pitchFamily="18" charset="0"/>
              </a:rPr>
              <a:t>luật</a:t>
            </a:r>
            <a:r>
              <a:rPr lang="en-US" sz="2200" dirty="0">
                <a:latin typeface="Times New Roman" panose="02020603050405020304" pitchFamily="18" charset="0"/>
              </a:rPr>
              <a:t>.</a:t>
            </a:r>
          </a:p>
          <a:p>
            <a:r>
              <a:rPr lang="vi-VN" sz="2200" dirty="0">
                <a:latin typeface="Times New Roman" panose="02020603050405020304" pitchFamily="18" charset="0"/>
              </a:rPr>
              <a:t>- </a:t>
            </a:r>
            <a:r>
              <a:rPr lang="en-US" sz="2200" dirty="0">
                <a:latin typeface="Times New Roman" panose="02020603050405020304" pitchFamily="18" charset="0"/>
              </a:rPr>
              <a:t>Nhật </a:t>
            </a:r>
            <a:r>
              <a:rPr lang="en-US" sz="2200" dirty="0" err="1">
                <a:latin typeface="Times New Roman" panose="02020603050405020304" pitchFamily="18" charset="0"/>
              </a:rPr>
              <a:t>ký</a:t>
            </a:r>
            <a:r>
              <a:rPr lang="en-US" sz="2200" dirty="0">
                <a:latin typeface="Times New Roman" panose="02020603050405020304" pitchFamily="18" charset="0"/>
              </a:rPr>
              <a:t> </a:t>
            </a:r>
            <a:r>
              <a:rPr lang="en-US" sz="2200" dirty="0" err="1">
                <a:latin typeface="Times New Roman" panose="02020603050405020304" pitchFamily="18" charset="0"/>
              </a:rPr>
              <a:t>cập</a:t>
            </a:r>
            <a:r>
              <a:rPr lang="en-US" sz="2200" dirty="0">
                <a:latin typeface="Times New Roman" panose="02020603050405020304" pitchFamily="18" charset="0"/>
              </a:rPr>
              <a:t> </a:t>
            </a:r>
            <a:r>
              <a:rPr lang="en-US" sz="2200" dirty="0" err="1">
                <a:latin typeface="Times New Roman" panose="02020603050405020304" pitchFamily="18" charset="0"/>
              </a:rPr>
              <a:t>nhật</a:t>
            </a:r>
            <a:r>
              <a:rPr lang="en-US" sz="2200" dirty="0">
                <a:latin typeface="Times New Roman" panose="02020603050405020304" pitchFamily="18" charset="0"/>
              </a:rPr>
              <a:t> </a:t>
            </a:r>
            <a:r>
              <a:rPr lang="en-US" sz="2200" dirty="0" err="1">
                <a:latin typeface="Times New Roman" panose="02020603050405020304" pitchFamily="18" charset="0"/>
              </a:rPr>
              <a:t>dữ</a:t>
            </a:r>
            <a:r>
              <a:rPr lang="en-US" sz="2200" dirty="0">
                <a:latin typeface="Times New Roman" panose="02020603050405020304" pitchFamily="18" charset="0"/>
              </a:rPr>
              <a:t> </a:t>
            </a:r>
            <a:r>
              <a:rPr lang="en-US" sz="2200" dirty="0" err="1">
                <a:latin typeface="Times New Roman" panose="02020603050405020304" pitchFamily="18" charset="0"/>
              </a:rPr>
              <a:t>liệu</a:t>
            </a:r>
            <a:r>
              <a:rPr lang="en-US" sz="2200" dirty="0">
                <a:latin typeface="Times New Roman" panose="02020603050405020304" pitchFamily="18" charset="0"/>
              </a:rPr>
              <a:t> </a:t>
            </a:r>
            <a:r>
              <a:rPr lang="en-US" sz="2200" dirty="0" err="1">
                <a:latin typeface="Times New Roman" panose="02020603050405020304" pitchFamily="18" charset="0"/>
              </a:rPr>
              <a:t>phải</a:t>
            </a:r>
            <a:r>
              <a:rPr lang="en-US" sz="2200" dirty="0">
                <a:latin typeface="Times New Roman" panose="02020603050405020304" pitchFamily="18" charset="0"/>
              </a:rPr>
              <a:t> </a:t>
            </a:r>
            <a:r>
              <a:rPr lang="en-US" sz="2200" dirty="0" err="1">
                <a:latin typeface="Times New Roman" panose="02020603050405020304" pitchFamily="18" charset="0"/>
              </a:rPr>
              <a:t>được</a:t>
            </a:r>
            <a:r>
              <a:rPr lang="en-US" sz="2200" dirty="0">
                <a:latin typeface="Times New Roman" panose="02020603050405020304" pitchFamily="18" charset="0"/>
              </a:rPr>
              <a:t> </a:t>
            </a:r>
            <a:r>
              <a:rPr lang="en-US" sz="2200" dirty="0" err="1">
                <a:latin typeface="Times New Roman" panose="02020603050405020304" pitchFamily="18" charset="0"/>
              </a:rPr>
              <a:t>lưu</a:t>
            </a:r>
            <a:r>
              <a:rPr lang="en-US" sz="2200" dirty="0">
                <a:latin typeface="Times New Roman" panose="02020603050405020304" pitchFamily="18" charset="0"/>
              </a:rPr>
              <a:t> </a:t>
            </a:r>
            <a:r>
              <a:rPr lang="en-US" sz="2200" dirty="0" err="1">
                <a:latin typeface="Times New Roman" panose="02020603050405020304" pitchFamily="18" charset="0"/>
              </a:rPr>
              <a:t>giữ</a:t>
            </a:r>
            <a:r>
              <a:rPr lang="en-US" sz="2200" dirty="0">
                <a:latin typeface="Times New Roman" panose="02020603050405020304" pitchFamily="18" charset="0"/>
              </a:rPr>
              <a:t> </a:t>
            </a:r>
            <a:r>
              <a:rPr lang="en-US" sz="2200" dirty="0" err="1">
                <a:latin typeface="Times New Roman" panose="02020603050405020304" pitchFamily="18" charset="0"/>
              </a:rPr>
              <a:t>tối</a:t>
            </a:r>
            <a:r>
              <a:rPr lang="en-US" sz="2200" dirty="0">
                <a:latin typeface="Times New Roman" panose="02020603050405020304" pitchFamily="18" charset="0"/>
              </a:rPr>
              <a:t> </a:t>
            </a:r>
            <a:r>
              <a:rPr lang="en-US" sz="2200" dirty="0" err="1">
                <a:latin typeface="Times New Roman" panose="02020603050405020304" pitchFamily="18" charset="0"/>
              </a:rPr>
              <a:t>thiểu</a:t>
            </a:r>
            <a:r>
              <a:rPr lang="en-US" sz="2200" dirty="0">
                <a:latin typeface="Times New Roman" panose="02020603050405020304" pitchFamily="18" charset="0"/>
              </a:rPr>
              <a:t> 24 </a:t>
            </a:r>
            <a:r>
              <a:rPr lang="en-US" sz="2200" dirty="0" err="1">
                <a:latin typeface="Times New Roman" panose="02020603050405020304" pitchFamily="18" charset="0"/>
              </a:rPr>
              <a:t>tháng</a:t>
            </a:r>
            <a:r>
              <a:rPr lang="en-US" sz="2200" dirty="0">
                <a:latin typeface="Times New Roman" panose="02020603050405020304" pitchFamily="18" charset="0"/>
              </a:rPr>
              <a:t>.</a:t>
            </a:r>
          </a:p>
          <a:p>
            <a:endParaRPr lang="en-US" sz="2200" dirty="0">
              <a:latin typeface="Times New Roman" panose="02020603050405020304" pitchFamily="18" charset="0"/>
            </a:endParaRPr>
          </a:p>
        </p:txBody>
      </p:sp>
    </p:spTree>
    <p:extLst>
      <p:ext uri="{BB962C8B-B14F-4D97-AF65-F5344CB8AC3E}">
        <p14:creationId xmlns:p14="http://schemas.microsoft.com/office/powerpoint/2010/main" val="4223605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85B632C9-FED6-5935-16E1-95B4C285DEDA}"/>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BC663648-2160-0C4D-2E99-3871CC45732C}"/>
              </a:ext>
            </a:extLst>
          </p:cNvPr>
          <p:cNvSpPr txBox="1">
            <a:spLocks/>
          </p:cNvSpPr>
          <p:nvPr/>
        </p:nvSpPr>
        <p:spPr>
          <a:xfrm>
            <a:off x="0" y="0"/>
            <a:ext cx="9144000" cy="11098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vi-VN" sz="2400" b="1" dirty="0">
                <a:latin typeface="Times New Roman" panose="02020603050405020304" pitchFamily="18" charset="0"/>
                <a:cs typeface="Times New Roman" panose="02020603050405020304" pitchFamily="18" charset="0"/>
              </a:rPr>
              <a:t>LIÊN THÔNG DỮ LIỆU KHÁM SỨC KHỎE VỚI </a:t>
            </a:r>
            <a:br>
              <a:rPr lang="vi-VN" sz="2400" b="1" dirty="0">
                <a:latin typeface="Times New Roman" panose="02020603050405020304" pitchFamily="18" charset="0"/>
                <a:cs typeface="Times New Roman" panose="02020603050405020304" pitchFamily="18" charset="0"/>
              </a:rPr>
            </a:br>
            <a:r>
              <a:rPr lang="vi-VN" sz="2400" b="1" dirty="0">
                <a:latin typeface="Times New Roman" panose="02020603050405020304" pitchFamily="18" charset="0"/>
                <a:cs typeface="Times New Roman" panose="02020603050405020304" pitchFamily="18" charset="0"/>
              </a:rPr>
              <a:t>CƠ SỞ DỮ LIỆU SỨC KHỎE CÁ NHÂN</a:t>
            </a:r>
            <a:endParaRPr lang="en-US"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9D449F62-505F-2F56-45B6-8490B63E6A57}"/>
              </a:ext>
            </a:extLst>
          </p:cNvPr>
          <p:cNvSpPr txBox="1"/>
          <p:nvPr/>
        </p:nvSpPr>
        <p:spPr>
          <a:xfrm>
            <a:off x="103518" y="1123180"/>
            <a:ext cx="8833448" cy="3477875"/>
          </a:xfrm>
          <a:prstGeom prst="rect">
            <a:avLst/>
          </a:prstGeom>
          <a:noFill/>
        </p:spPr>
        <p:txBody>
          <a:bodyPr wrap="square">
            <a:spAutoFit/>
          </a:bodyPr>
          <a:lstStyle/>
          <a:p>
            <a:r>
              <a:rPr lang="vi-VN" sz="2200" b="1" dirty="0">
                <a:latin typeface="Times New Roman" panose="02020603050405020304" pitchFamily="18" charset="0"/>
              </a:rPr>
              <a:t>1. ĐỐI VỚI KHÁM SỨC KHỎE ĐỊNH KỲ, KHÁM SÀNG LỌC</a:t>
            </a:r>
            <a:endParaRPr lang="x-none" sz="2200" b="1" dirty="0">
              <a:latin typeface="Times New Roman" panose="02020603050405020304" pitchFamily="18" charset="0"/>
            </a:endParaRPr>
          </a:p>
          <a:p>
            <a:pPr algn="just"/>
            <a:r>
              <a:rPr lang="vi-VN" sz="2200" dirty="0">
                <a:latin typeface="Times New Roman" panose="02020603050405020304" pitchFamily="18" charset="0"/>
              </a:rPr>
              <a:t>Trong vòng </a:t>
            </a:r>
            <a:r>
              <a:rPr lang="vi-VN" sz="2200" dirty="0">
                <a:solidFill>
                  <a:srgbClr val="C00000"/>
                </a:solidFill>
                <a:latin typeface="Times New Roman" panose="02020603050405020304" pitchFamily="18" charset="0"/>
              </a:rPr>
              <a:t>24 giờ sau khi kết thúc đợt khám </a:t>
            </a:r>
            <a:r>
              <a:rPr lang="vi-VN" sz="2200" dirty="0">
                <a:latin typeface="Times New Roman" panose="02020603050405020304" pitchFamily="18" charset="0"/>
              </a:rPr>
              <a:t>cho người dân, cơ sở </a:t>
            </a:r>
            <a:r>
              <a:rPr lang="en-US" sz="2200" dirty="0">
                <a:latin typeface="Times New Roman" panose="02020603050405020304" pitchFamily="18" charset="0"/>
              </a:rPr>
              <a:t>KCB </a:t>
            </a:r>
            <a:r>
              <a:rPr lang="vi-VN" sz="2200" dirty="0">
                <a:latin typeface="Times New Roman" panose="02020603050405020304" pitchFamily="18" charset="0"/>
              </a:rPr>
              <a:t>có trách nhiệm liên thông dữ liệu khám sức khỏe định kỳ, khám sàng lọc về </a:t>
            </a:r>
            <a:r>
              <a:rPr lang="en-US" sz="2200" dirty="0" err="1">
                <a:latin typeface="Times New Roman" panose="02020603050405020304" pitchFamily="18" charset="0"/>
              </a:rPr>
              <a:t>CSDL</a:t>
            </a:r>
            <a:r>
              <a:rPr lang="en-US" sz="2200" dirty="0">
                <a:latin typeface="Times New Roman" panose="02020603050405020304" pitchFamily="18" charset="0"/>
              </a:rPr>
              <a:t> </a:t>
            </a:r>
            <a:r>
              <a:rPr lang="vi-VN" sz="2200" dirty="0">
                <a:latin typeface="Times New Roman" panose="02020603050405020304" pitchFamily="18" charset="0"/>
              </a:rPr>
              <a:t>sức khỏe cá nhân của Bộ Y tế theo một trong hai phương án sau:</a:t>
            </a:r>
            <a:endParaRPr lang="x-none" sz="2200" dirty="0">
              <a:latin typeface="Times New Roman" panose="02020603050405020304" pitchFamily="18" charset="0"/>
            </a:endParaRPr>
          </a:p>
          <a:p>
            <a:pPr lvl="0" algn="just"/>
            <a:r>
              <a:rPr lang="vi-VN" sz="2200" dirty="0">
                <a:latin typeface="Times New Roman" panose="02020603050405020304" pitchFamily="18" charset="0"/>
              </a:rPr>
              <a:t>- </a:t>
            </a:r>
            <a:r>
              <a:rPr lang="vi-VN" sz="2200" b="1" dirty="0">
                <a:solidFill>
                  <a:srgbClr val="0070C0"/>
                </a:solidFill>
                <a:latin typeface="Times New Roman" panose="02020603050405020304" pitchFamily="18" charset="0"/>
              </a:rPr>
              <a:t>Đồng bộ thủ công</a:t>
            </a:r>
            <a:r>
              <a:rPr lang="vi-VN" sz="2200" dirty="0">
                <a:latin typeface="Times New Roman" panose="02020603050405020304" pitchFamily="18" charset="0"/>
              </a:rPr>
              <a:t>: Sử dụng chức năng trên Cổng tiếp nhận dữ liệu sức khỏe của Bộ Y </a:t>
            </a:r>
            <a:r>
              <a:rPr lang="en-US" sz="2200" dirty="0" err="1">
                <a:latin typeface="Times New Roman" panose="02020603050405020304" pitchFamily="18" charset="0"/>
              </a:rPr>
              <a:t>tế</a:t>
            </a:r>
            <a:r>
              <a:rPr lang="en-US" sz="2200" dirty="0">
                <a:latin typeface="Times New Roman" panose="02020603050405020304" pitchFamily="18" charset="0"/>
              </a:rPr>
              <a:t> (</a:t>
            </a:r>
            <a:r>
              <a:rPr lang="en-US" sz="2200" dirty="0" err="1">
                <a:latin typeface="Times New Roman" panose="02020603050405020304" pitchFamily="18" charset="0"/>
              </a:rPr>
              <a:t>tại</a:t>
            </a:r>
            <a:r>
              <a:rPr lang="en-US" sz="2200" dirty="0">
                <a:latin typeface="Times New Roman" panose="02020603050405020304" pitchFamily="18" charset="0"/>
              </a:rPr>
              <a:t> </a:t>
            </a:r>
            <a:r>
              <a:rPr lang="en-US" sz="2200" dirty="0" err="1">
                <a:latin typeface="Times New Roman" panose="02020603050405020304" pitchFamily="18" charset="0"/>
              </a:rPr>
              <a:t>địa</a:t>
            </a:r>
            <a:r>
              <a:rPr lang="en-US" sz="2200" dirty="0">
                <a:latin typeface="Times New Roman" panose="02020603050405020304" pitchFamily="18" charset="0"/>
              </a:rPr>
              <a:t> </a:t>
            </a:r>
            <a:r>
              <a:rPr lang="en-US" sz="2200" dirty="0" err="1">
                <a:latin typeface="Times New Roman" panose="02020603050405020304" pitchFamily="18" charset="0"/>
              </a:rPr>
              <a:t>chỉ</a:t>
            </a:r>
            <a:r>
              <a:rPr lang="en-US" sz="2200" dirty="0">
                <a:latin typeface="Times New Roman" panose="02020603050405020304" pitchFamily="18" charset="0"/>
              </a:rPr>
              <a:t> </a:t>
            </a:r>
            <a:r>
              <a:rPr lang="x-none" sz="2200" dirty="0">
                <a:latin typeface="Times New Roman" panose="02020603050405020304" pitchFamily="18" charset="0"/>
                <a:hlinkClick r:id="rId3">
                  <a:extLst>
                    <a:ext uri="{A12FA001-AC4F-418D-AE19-62706E023703}">
                      <ahyp:hlinkClr xmlns:ahyp="http://schemas.microsoft.com/office/drawing/2018/hyperlinkcolor" xmlns="" val="tx"/>
                    </a:ext>
                  </a:extLst>
                </a:hlinkClick>
              </a:rPr>
              <a:t>https://csdlksk.vn</a:t>
            </a:r>
            <a:r>
              <a:rPr lang="vi-VN" sz="2200" dirty="0">
                <a:latin typeface="Times New Roman" panose="02020603050405020304" pitchFamily="18" charset="0"/>
              </a:rPr>
              <a:t>).</a:t>
            </a:r>
            <a:endParaRPr lang="x-none" sz="2200" dirty="0">
              <a:latin typeface="Times New Roman" panose="02020603050405020304" pitchFamily="18" charset="0"/>
            </a:endParaRPr>
          </a:p>
          <a:p>
            <a:pPr lvl="0" algn="just"/>
            <a:r>
              <a:rPr lang="vi-VN" sz="2200" dirty="0">
                <a:latin typeface="Times New Roman" panose="02020603050405020304" pitchFamily="18" charset="0"/>
              </a:rPr>
              <a:t>- </a:t>
            </a:r>
            <a:r>
              <a:rPr lang="vi-VN" sz="2200" b="1" dirty="0">
                <a:solidFill>
                  <a:srgbClr val="0070C0"/>
                </a:solidFill>
                <a:latin typeface="Times New Roman" panose="02020603050405020304" pitchFamily="18" charset="0"/>
              </a:rPr>
              <a:t>Đồng bộ tự động</a:t>
            </a:r>
            <a:r>
              <a:rPr lang="vi-VN" sz="2200" dirty="0">
                <a:latin typeface="Times New Roman" panose="02020603050405020304" pitchFamily="18" charset="0"/>
              </a:rPr>
              <a:t>: Thực hiện kết nối, liên thông, đồng bộ dữ liệu (Hướng dẫn chi tiết tại Phụ lục 02 kèm theo).</a:t>
            </a:r>
            <a:endParaRPr lang="x-none" sz="2200" dirty="0">
              <a:latin typeface="Times New Roman" panose="02020603050405020304" pitchFamily="18" charset="0"/>
            </a:endParaRPr>
          </a:p>
          <a:p>
            <a:r>
              <a:rPr lang="vi-VN" sz="2200" b="1" dirty="0">
                <a:solidFill>
                  <a:srgbClr val="C00000"/>
                </a:solidFill>
                <a:latin typeface="Times New Roman" panose="02020603050405020304" pitchFamily="18" charset="0"/>
              </a:rPr>
              <a:t>Thực hiện ký số </a:t>
            </a:r>
            <a:r>
              <a:rPr lang="vi-VN" sz="2200" dirty="0">
                <a:latin typeface="Times New Roman" panose="02020603050405020304" pitchFamily="18" charset="0"/>
              </a:rPr>
              <a:t>nhằm bảo đảm tính xác thực, toàn vẹn thông tin trong quá trình kết nối, chia sẻ dữ liệu.</a:t>
            </a:r>
            <a:r>
              <a:rPr lang="x-none" sz="2200" dirty="0">
                <a:latin typeface="Times New Roman" panose="02020603050405020304" pitchFamily="18" charset="0"/>
              </a:rPr>
              <a:t> </a:t>
            </a:r>
          </a:p>
        </p:txBody>
      </p:sp>
    </p:spTree>
    <p:extLst>
      <p:ext uri="{BB962C8B-B14F-4D97-AF65-F5344CB8AC3E}">
        <p14:creationId xmlns:p14="http://schemas.microsoft.com/office/powerpoint/2010/main" val="2340544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9">
          <a:extLst>
            <a:ext uri="{FF2B5EF4-FFF2-40B4-BE49-F238E27FC236}">
              <a16:creationId xmlns:a16="http://schemas.microsoft.com/office/drawing/2014/main" xmlns="" id="{A99C453C-DFAF-2E37-831E-AB6AA7CE77DC}"/>
            </a:ext>
          </a:extLst>
        </p:cNvPr>
        <p:cNvGrpSpPr/>
        <p:nvPr/>
      </p:nvGrpSpPr>
      <p:grpSpPr>
        <a:xfrm>
          <a:off x="0" y="0"/>
          <a:ext cx="0" cy="0"/>
          <a:chOff x="0" y="0"/>
          <a:chExt cx="0" cy="0"/>
        </a:xfrm>
      </p:grpSpPr>
      <p:sp>
        <p:nvSpPr>
          <p:cNvPr id="9" name="Google Shape;189;p21">
            <a:extLst>
              <a:ext uri="{FF2B5EF4-FFF2-40B4-BE49-F238E27FC236}">
                <a16:creationId xmlns:a16="http://schemas.microsoft.com/office/drawing/2014/main" xmlns="" id="{6DC00C4E-5D5E-2DB2-EBE6-E9F81E07454E}"/>
              </a:ext>
            </a:extLst>
          </p:cNvPr>
          <p:cNvSpPr txBox="1">
            <a:spLocks/>
          </p:cNvSpPr>
          <p:nvPr/>
        </p:nvSpPr>
        <p:spPr>
          <a:xfrm>
            <a:off x="1365750" y="19205"/>
            <a:ext cx="6412500" cy="82044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400" b="1" dirty="0" err="1">
                <a:latin typeface="Times New Roman" panose="02020603050405020304" pitchFamily="18" charset="0"/>
                <a:cs typeface="Times New Roman" panose="02020603050405020304" pitchFamily="18" charset="0"/>
              </a:rPr>
              <a:t>NHIỆM</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VỤ</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CỦA</a:t>
            </a:r>
            <a:r>
              <a:rPr lang="en-US" sz="2400" b="1" dirty="0">
                <a:latin typeface="Times New Roman" panose="02020603050405020304" pitchFamily="18" charset="0"/>
                <a:cs typeface="Times New Roman" panose="02020603050405020304" pitchFamily="18" charset="0"/>
              </a:rPr>
              <a:t> CÁC </a:t>
            </a:r>
            <a:r>
              <a:rPr lang="en-US" sz="2400" b="1" dirty="0" err="1">
                <a:latin typeface="Times New Roman" panose="02020603050405020304" pitchFamily="18" charset="0"/>
                <a:cs typeface="Times New Roman" panose="02020603050405020304" pitchFamily="18" charset="0"/>
              </a:rPr>
              <a:t>CƠ</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SỞ</a:t>
            </a:r>
            <a:r>
              <a:rPr lang="en-US" sz="2400" b="1" dirty="0">
                <a:latin typeface="Times New Roman" panose="02020603050405020304" pitchFamily="18" charset="0"/>
                <a:cs typeface="Times New Roman" panose="02020603050405020304" pitchFamily="18" charset="0"/>
              </a:rPr>
              <a:t> KCB</a:t>
            </a:r>
          </a:p>
        </p:txBody>
      </p:sp>
      <p:sp>
        <p:nvSpPr>
          <p:cNvPr id="2" name="TextBox 1">
            <a:extLst>
              <a:ext uri="{FF2B5EF4-FFF2-40B4-BE49-F238E27FC236}">
                <a16:creationId xmlns:a16="http://schemas.microsoft.com/office/drawing/2014/main" xmlns="" id="{6E9BC964-48F9-81AC-1BFD-FBFBC6938584}"/>
              </a:ext>
            </a:extLst>
          </p:cNvPr>
          <p:cNvSpPr txBox="1"/>
          <p:nvPr/>
        </p:nvSpPr>
        <p:spPr>
          <a:xfrm>
            <a:off x="103518" y="648268"/>
            <a:ext cx="8833448" cy="4616648"/>
          </a:xfrm>
          <a:prstGeom prst="rect">
            <a:avLst/>
          </a:prstGeom>
          <a:noFill/>
        </p:spPr>
        <p:txBody>
          <a:bodyPr wrap="square">
            <a:spAutoFit/>
          </a:bodyPr>
          <a:lstStyle/>
          <a:p>
            <a:pPr marL="342900" lvl="1" indent="-342900" algn="just">
              <a:lnSpc>
                <a:spcPct val="150000"/>
              </a:lnSpc>
              <a:buFont typeface="+mj-lt"/>
              <a:buAutoNum type="arabicParenR"/>
            </a:pPr>
            <a:r>
              <a:rPr lang="en-US" dirty="0" err="1"/>
              <a:t>Đăng</a:t>
            </a:r>
            <a:r>
              <a:rPr lang="en-US" dirty="0"/>
              <a:t> </a:t>
            </a:r>
            <a:r>
              <a:rPr lang="en-US" dirty="0" err="1"/>
              <a:t>ký</a:t>
            </a:r>
            <a:r>
              <a:rPr lang="en-US" dirty="0"/>
              <a:t> </a:t>
            </a:r>
            <a:r>
              <a:rPr lang="en-US" dirty="0" err="1"/>
              <a:t>tài</a:t>
            </a:r>
            <a:r>
              <a:rPr lang="en-US" dirty="0"/>
              <a:t> </a:t>
            </a:r>
            <a:r>
              <a:rPr lang="en-US" dirty="0" err="1"/>
              <a:t>khoản</a:t>
            </a:r>
            <a:r>
              <a:rPr lang="en-US" dirty="0"/>
              <a:t> </a:t>
            </a:r>
            <a:r>
              <a:rPr lang="en-US" dirty="0" err="1"/>
              <a:t>kết</a:t>
            </a:r>
            <a:r>
              <a:rPr lang="en-US" dirty="0"/>
              <a:t> </a:t>
            </a:r>
            <a:r>
              <a:rPr lang="en-US" dirty="0" err="1"/>
              <a:t>nối</a:t>
            </a:r>
            <a:r>
              <a:rPr lang="en-US" dirty="0"/>
              <a:t>, </a:t>
            </a:r>
            <a:r>
              <a:rPr lang="en-US" dirty="0" err="1"/>
              <a:t>liên</a:t>
            </a:r>
            <a:r>
              <a:rPr lang="en-US" dirty="0"/>
              <a:t> </a:t>
            </a:r>
            <a:r>
              <a:rPr lang="en-US" dirty="0" err="1"/>
              <a:t>thông</a:t>
            </a:r>
            <a:r>
              <a:rPr lang="en-US" dirty="0"/>
              <a:t> </a:t>
            </a:r>
            <a:r>
              <a:rPr lang="en-US" dirty="0" err="1"/>
              <a:t>tại</a:t>
            </a:r>
            <a:r>
              <a:rPr lang="en-US" dirty="0"/>
              <a:t> </a:t>
            </a:r>
            <a:r>
              <a:rPr lang="en-US" dirty="0" err="1"/>
              <a:t>địa</a:t>
            </a:r>
            <a:r>
              <a:rPr lang="en-US" dirty="0"/>
              <a:t> </a:t>
            </a:r>
            <a:r>
              <a:rPr lang="en-US" dirty="0" err="1"/>
              <a:t>chỉ</a:t>
            </a:r>
            <a:r>
              <a:rPr lang="en-US" dirty="0"/>
              <a:t>: </a:t>
            </a:r>
            <a:r>
              <a:rPr lang="en-US" dirty="0">
                <a:hlinkClick r:id="rId3"/>
              </a:rPr>
              <a:t>https://</a:t>
            </a:r>
            <a:r>
              <a:rPr lang="en-US" dirty="0" err="1">
                <a:hlinkClick r:id="rId3"/>
              </a:rPr>
              <a:t>app.qlhanhnghekcb.gov.vn</a:t>
            </a:r>
            <a:r>
              <a:rPr lang="en-US" dirty="0" smtClean="0">
                <a:hlinkClick r:id="rId3"/>
              </a:rPr>
              <a:t>/</a:t>
            </a:r>
            <a:r>
              <a:rPr lang="en-US" dirty="0" smtClean="0"/>
              <a:t>; </a:t>
            </a:r>
            <a:r>
              <a:rPr lang="en-US" dirty="0" err="1" smtClean="0"/>
              <a:t>đăng</a:t>
            </a:r>
            <a:r>
              <a:rPr lang="en-US" dirty="0" smtClean="0"/>
              <a:t> </a:t>
            </a:r>
            <a:r>
              <a:rPr lang="en-US" dirty="0" err="1" smtClean="0"/>
              <a:t>ký</a:t>
            </a:r>
            <a:r>
              <a:rPr lang="en-US" dirty="0" smtClean="0"/>
              <a:t> </a:t>
            </a:r>
            <a:r>
              <a:rPr lang="en-US" dirty="0" err="1" smtClean="0"/>
              <a:t>tài</a:t>
            </a:r>
            <a:r>
              <a:rPr lang="en-US" dirty="0" smtClean="0"/>
              <a:t> </a:t>
            </a:r>
            <a:r>
              <a:rPr lang="en-US" dirty="0" err="1" smtClean="0"/>
              <a:t>khoản</a:t>
            </a:r>
            <a:r>
              <a:rPr lang="en-US" dirty="0" smtClean="0"/>
              <a:t> </a:t>
            </a:r>
            <a:r>
              <a:rPr lang="en-US" dirty="0" err="1" smtClean="0"/>
              <a:t>liên</a:t>
            </a:r>
            <a:r>
              <a:rPr lang="en-US" dirty="0" smtClean="0"/>
              <a:t> </a:t>
            </a:r>
            <a:r>
              <a:rPr lang="en-US" dirty="0" err="1" smtClean="0"/>
              <a:t>thông</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với</a:t>
            </a:r>
            <a:r>
              <a:rPr lang="en-US" dirty="0" smtClean="0"/>
              <a:t> </a:t>
            </a:r>
            <a:r>
              <a:rPr lang="en-US" dirty="0" err="1" smtClean="0"/>
              <a:t>HSSKĐT</a:t>
            </a:r>
            <a:r>
              <a:rPr lang="en-US" dirty="0" smtClean="0"/>
              <a:t> </a:t>
            </a:r>
            <a:r>
              <a:rPr lang="en-US" dirty="0" err="1" smtClean="0"/>
              <a:t>TPHN</a:t>
            </a:r>
            <a:endParaRPr lang="en-US" dirty="0"/>
          </a:p>
          <a:p>
            <a:pPr marL="342900" lvl="1" indent="-342900" algn="just">
              <a:lnSpc>
                <a:spcPct val="150000"/>
              </a:lnSpc>
              <a:buFont typeface="+mj-lt"/>
              <a:buAutoNum type="arabicParenR"/>
            </a:pPr>
            <a:r>
              <a:rPr lang="vi-VN" dirty="0"/>
              <a:t>Khẩn trương hoàn thiện công tác chuẩn bị, bao gồm: bố trí đầy đủ nhân lực, trang thiết bị, </a:t>
            </a:r>
            <a:r>
              <a:rPr lang="en-US" dirty="0" err="1"/>
              <a:t>chữ</a:t>
            </a:r>
            <a:r>
              <a:rPr lang="en-US" dirty="0"/>
              <a:t> </a:t>
            </a:r>
            <a:r>
              <a:rPr lang="en-US" dirty="0" err="1"/>
              <a:t>ký</a:t>
            </a:r>
            <a:r>
              <a:rPr lang="en-US" dirty="0"/>
              <a:t> </a:t>
            </a:r>
            <a:r>
              <a:rPr lang="en-US" dirty="0" err="1"/>
              <a:t>số</a:t>
            </a:r>
            <a:r>
              <a:rPr lang="vi-VN" dirty="0"/>
              <a:t>; hoàn thiện hạ tầng công nghệ thông tin, hệ thống phần mềm; đảm bảo kết nối, liên thông dữ liệu theo yêu cầu; tổ chức lắp đặt, vận hành thử nghiệm toàn bộ quy trình </a:t>
            </a:r>
            <a:r>
              <a:rPr lang="en-US" dirty="0" err="1"/>
              <a:t>KSK</a:t>
            </a:r>
            <a:r>
              <a:rPr lang="en-US" dirty="0"/>
              <a:t> </a:t>
            </a:r>
            <a:r>
              <a:rPr lang="vi-VN" dirty="0"/>
              <a:t>và nhập liệu trên hệ thống</a:t>
            </a:r>
            <a:endParaRPr lang="en-US" dirty="0"/>
          </a:p>
          <a:p>
            <a:pPr marL="342900" lvl="1" indent="-342900" algn="just">
              <a:lnSpc>
                <a:spcPct val="150000"/>
              </a:lnSpc>
              <a:buFont typeface="+mj-lt"/>
              <a:buAutoNum type="arabicParenR"/>
            </a:pPr>
            <a:r>
              <a:rPr lang="pt-BR" dirty="0"/>
              <a:t>Thực hiện nội dung khám theo đúng nội dung Khám theo Kế hoạch của Sở Y tế</a:t>
            </a:r>
          </a:p>
          <a:p>
            <a:pPr marL="342900" lvl="1" indent="-342900" algn="just">
              <a:lnSpc>
                <a:spcPct val="150000"/>
              </a:lnSpc>
              <a:buFont typeface="+mj-lt"/>
              <a:buAutoNum type="arabicParenR"/>
            </a:pPr>
            <a:r>
              <a:rPr lang="en-US" dirty="0" err="1"/>
              <a:t>Nâng</a:t>
            </a:r>
            <a:r>
              <a:rPr lang="en-US" dirty="0"/>
              <a:t> </a:t>
            </a:r>
            <a:r>
              <a:rPr lang="en-US" dirty="0" err="1"/>
              <a:t>cấp</a:t>
            </a:r>
            <a:r>
              <a:rPr lang="en-US" dirty="0"/>
              <a:t> </a:t>
            </a:r>
            <a:r>
              <a:rPr lang="en-US" dirty="0" err="1"/>
              <a:t>phần</a:t>
            </a:r>
            <a:r>
              <a:rPr lang="en-US" dirty="0"/>
              <a:t> </a:t>
            </a:r>
            <a:r>
              <a:rPr lang="en-US" dirty="0" err="1"/>
              <a:t>mềm</a:t>
            </a:r>
            <a:r>
              <a:rPr lang="en-US" dirty="0"/>
              <a:t> </a:t>
            </a:r>
            <a:r>
              <a:rPr lang="en-US" dirty="0" err="1"/>
              <a:t>để</a:t>
            </a:r>
            <a:r>
              <a:rPr lang="en-US" dirty="0"/>
              <a:t> </a:t>
            </a:r>
            <a:r>
              <a:rPr lang="en-US" dirty="0" err="1"/>
              <a:t>sẵn</a:t>
            </a:r>
            <a:r>
              <a:rPr lang="en-US" dirty="0"/>
              <a:t> </a:t>
            </a:r>
            <a:r>
              <a:rPr lang="en-US" dirty="0" err="1"/>
              <a:t>sàng</a:t>
            </a:r>
            <a:r>
              <a:rPr lang="en-US" dirty="0"/>
              <a:t> </a:t>
            </a:r>
            <a:r>
              <a:rPr lang="en-US" dirty="0" err="1"/>
              <a:t>đồng</a:t>
            </a:r>
            <a:r>
              <a:rPr lang="en-US" dirty="0"/>
              <a:t> </a:t>
            </a:r>
            <a:r>
              <a:rPr lang="en-US" dirty="0" err="1"/>
              <a:t>bộ</a:t>
            </a:r>
            <a:r>
              <a:rPr lang="en-US" dirty="0"/>
              <a:t> </a:t>
            </a:r>
            <a:r>
              <a:rPr lang="en-US" dirty="0" err="1"/>
              <a:t>dữ</a:t>
            </a:r>
            <a:r>
              <a:rPr lang="en-US" dirty="0"/>
              <a:t> </a:t>
            </a:r>
            <a:r>
              <a:rPr lang="en-US" dirty="0" err="1"/>
              <a:t>liệu</a:t>
            </a:r>
            <a:r>
              <a:rPr lang="en-US" dirty="0"/>
              <a:t> </a:t>
            </a:r>
            <a:r>
              <a:rPr lang="en-US" dirty="0" err="1"/>
              <a:t>KSK</a:t>
            </a:r>
            <a:r>
              <a:rPr lang="en-US" dirty="0"/>
              <a:t> </a:t>
            </a:r>
            <a:r>
              <a:rPr lang="en-US" dirty="0" err="1"/>
              <a:t>lên</a:t>
            </a:r>
            <a:r>
              <a:rPr lang="en-US" dirty="0"/>
              <a:t> </a:t>
            </a:r>
            <a:r>
              <a:rPr lang="en-US" dirty="0" err="1"/>
              <a:t>Phần</a:t>
            </a:r>
            <a:r>
              <a:rPr lang="en-US" dirty="0"/>
              <a:t> </a:t>
            </a:r>
            <a:r>
              <a:rPr lang="en-US" dirty="0" err="1"/>
              <a:t>mềm</a:t>
            </a:r>
            <a:r>
              <a:rPr lang="en-US" dirty="0"/>
              <a:t> </a:t>
            </a:r>
            <a:r>
              <a:rPr lang="en-US" dirty="0" err="1"/>
              <a:t>HSSKĐT</a:t>
            </a:r>
            <a:r>
              <a:rPr lang="en-US" dirty="0"/>
              <a:t> </a:t>
            </a:r>
            <a:r>
              <a:rPr lang="en-US" dirty="0" err="1"/>
              <a:t>của</a:t>
            </a:r>
            <a:r>
              <a:rPr lang="en-US" dirty="0"/>
              <a:t> Thành </a:t>
            </a:r>
            <a:r>
              <a:rPr lang="en-US" dirty="0" err="1"/>
              <a:t>phố</a:t>
            </a:r>
            <a:r>
              <a:rPr lang="en-US" dirty="0"/>
              <a:t>/</a:t>
            </a:r>
            <a:r>
              <a:rPr lang="en-US" dirty="0" err="1"/>
              <a:t>CSDL</a:t>
            </a:r>
            <a:r>
              <a:rPr lang="en-US" dirty="0"/>
              <a:t> </a:t>
            </a:r>
            <a:r>
              <a:rPr lang="en-US" dirty="0" err="1"/>
              <a:t>sức</a:t>
            </a:r>
            <a:r>
              <a:rPr lang="en-US" dirty="0"/>
              <a:t> </a:t>
            </a:r>
            <a:r>
              <a:rPr lang="en-US" dirty="0" err="1"/>
              <a:t>khoẻ</a:t>
            </a:r>
            <a:r>
              <a:rPr lang="en-US" dirty="0"/>
              <a:t> </a:t>
            </a:r>
            <a:r>
              <a:rPr lang="en-US" dirty="0" err="1"/>
              <a:t>cá</a:t>
            </a:r>
            <a:r>
              <a:rPr lang="en-US" dirty="0"/>
              <a:t> </a:t>
            </a:r>
            <a:r>
              <a:rPr lang="en-US" dirty="0" err="1"/>
              <a:t>nhân</a:t>
            </a:r>
            <a:r>
              <a:rPr lang="en-US" dirty="0"/>
              <a:t> </a:t>
            </a:r>
            <a:r>
              <a:rPr lang="en-US" dirty="0" err="1"/>
              <a:t>của</a:t>
            </a:r>
            <a:r>
              <a:rPr lang="en-US" dirty="0"/>
              <a:t> </a:t>
            </a:r>
            <a:r>
              <a:rPr lang="en-US" dirty="0" err="1"/>
              <a:t>BYT</a:t>
            </a:r>
            <a:r>
              <a:rPr lang="en-US" dirty="0"/>
              <a:t> (</a:t>
            </a:r>
            <a:r>
              <a:rPr lang="en-US" dirty="0" err="1"/>
              <a:t>SYT</a:t>
            </a:r>
            <a:r>
              <a:rPr lang="en-US" dirty="0"/>
              <a:t> </a:t>
            </a:r>
            <a:r>
              <a:rPr lang="en-US" dirty="0" err="1"/>
              <a:t>sẽ</a:t>
            </a:r>
            <a:r>
              <a:rPr lang="en-US" dirty="0"/>
              <a:t> </a:t>
            </a:r>
            <a:r>
              <a:rPr lang="en-US" dirty="0" err="1"/>
              <a:t>có</a:t>
            </a:r>
            <a:r>
              <a:rPr lang="en-US" dirty="0"/>
              <a:t> </a:t>
            </a:r>
            <a:r>
              <a:rPr lang="en-US" dirty="0" err="1"/>
              <a:t>công</a:t>
            </a:r>
            <a:r>
              <a:rPr lang="en-US" dirty="0"/>
              <a:t> </a:t>
            </a:r>
            <a:r>
              <a:rPr lang="en-US" dirty="0" err="1"/>
              <a:t>văn</a:t>
            </a:r>
            <a:r>
              <a:rPr lang="en-US" dirty="0"/>
              <a:t> </a:t>
            </a:r>
            <a:r>
              <a:rPr lang="en-US" dirty="0" err="1"/>
              <a:t>hướng</a:t>
            </a:r>
            <a:r>
              <a:rPr lang="en-US" dirty="0"/>
              <a:t> </a:t>
            </a:r>
            <a:r>
              <a:rPr lang="en-US" dirty="0" err="1"/>
              <a:t>dẫn</a:t>
            </a:r>
            <a:r>
              <a:rPr lang="en-US" dirty="0"/>
              <a:t> </a:t>
            </a:r>
            <a:r>
              <a:rPr lang="en-US" dirty="0" err="1"/>
              <a:t>liên</a:t>
            </a:r>
            <a:r>
              <a:rPr lang="en-US" dirty="0"/>
              <a:t> </a:t>
            </a:r>
            <a:r>
              <a:rPr lang="en-US" dirty="0" err="1"/>
              <a:t>thông</a:t>
            </a:r>
            <a:r>
              <a:rPr lang="en-US" dirty="0"/>
              <a:t> </a:t>
            </a:r>
            <a:r>
              <a:rPr lang="en-US" dirty="0" err="1"/>
              <a:t>dựa</a:t>
            </a:r>
            <a:r>
              <a:rPr lang="en-US" dirty="0"/>
              <a:t> </a:t>
            </a:r>
            <a:r>
              <a:rPr lang="en-US" dirty="0" err="1"/>
              <a:t>trên</a:t>
            </a:r>
            <a:r>
              <a:rPr lang="en-US" dirty="0"/>
              <a:t> </a:t>
            </a:r>
            <a:r>
              <a:rPr lang="en-US" dirty="0" err="1"/>
              <a:t>hướng</a:t>
            </a:r>
            <a:r>
              <a:rPr lang="en-US" dirty="0"/>
              <a:t> </a:t>
            </a:r>
            <a:r>
              <a:rPr lang="en-US" dirty="0" err="1"/>
              <a:t>dẫn</a:t>
            </a:r>
            <a:r>
              <a:rPr lang="en-US" dirty="0"/>
              <a:t> </a:t>
            </a:r>
            <a:r>
              <a:rPr lang="en-US" dirty="0" err="1"/>
              <a:t>của</a:t>
            </a:r>
            <a:r>
              <a:rPr lang="en-US" dirty="0"/>
              <a:t> </a:t>
            </a:r>
            <a:r>
              <a:rPr lang="en-US" dirty="0" err="1"/>
              <a:t>BYT</a:t>
            </a:r>
            <a:r>
              <a:rPr lang="en-US" dirty="0"/>
              <a:t>)</a:t>
            </a:r>
          </a:p>
          <a:p>
            <a:pPr marL="342900" lvl="1" indent="-342900" algn="just">
              <a:lnSpc>
                <a:spcPct val="150000"/>
              </a:lnSpc>
              <a:buFont typeface="+mj-lt"/>
              <a:buAutoNum type="arabicParenR"/>
            </a:pPr>
            <a:r>
              <a:rPr lang="en-US" dirty="0" err="1"/>
              <a:t>Có</a:t>
            </a:r>
            <a:r>
              <a:rPr lang="en-US" dirty="0"/>
              <a:t> </a:t>
            </a:r>
            <a:r>
              <a:rPr lang="en-US" dirty="0" err="1"/>
              <a:t>trách</a:t>
            </a:r>
            <a:r>
              <a:rPr lang="en-US" dirty="0"/>
              <a:t> </a:t>
            </a:r>
            <a:r>
              <a:rPr lang="en-US" dirty="0" err="1"/>
              <a:t>nhiệm</a:t>
            </a:r>
            <a:r>
              <a:rPr lang="en-US" dirty="0"/>
              <a:t> </a:t>
            </a:r>
            <a:r>
              <a:rPr lang="en-US" dirty="0" err="1"/>
              <a:t>đối</a:t>
            </a:r>
            <a:r>
              <a:rPr lang="en-US" dirty="0"/>
              <a:t> </a:t>
            </a:r>
            <a:r>
              <a:rPr lang="en-US" dirty="0" err="1"/>
              <a:t>soát</a:t>
            </a:r>
            <a:r>
              <a:rPr lang="en-US" dirty="0"/>
              <a:t> </a:t>
            </a:r>
            <a:r>
              <a:rPr lang="en-US" dirty="0" err="1"/>
              <a:t>số</a:t>
            </a:r>
            <a:r>
              <a:rPr lang="en-US" dirty="0"/>
              <a:t> </a:t>
            </a:r>
            <a:r>
              <a:rPr lang="en-US" dirty="0" err="1"/>
              <a:t>liệu</a:t>
            </a:r>
            <a:r>
              <a:rPr lang="en-US" dirty="0"/>
              <a:t> </a:t>
            </a:r>
            <a:r>
              <a:rPr lang="en-US" dirty="0" err="1"/>
              <a:t>Khám</a:t>
            </a:r>
            <a:r>
              <a:rPr lang="en-US" dirty="0"/>
              <a:t> </a:t>
            </a:r>
            <a:r>
              <a:rPr lang="en-US" dirty="0" err="1"/>
              <a:t>trên</a:t>
            </a:r>
            <a:r>
              <a:rPr lang="en-US" dirty="0"/>
              <a:t> </a:t>
            </a:r>
            <a:r>
              <a:rPr lang="en-US" dirty="0" err="1"/>
              <a:t>HSSKĐT</a:t>
            </a:r>
            <a:r>
              <a:rPr lang="en-US" dirty="0"/>
              <a:t> </a:t>
            </a:r>
            <a:r>
              <a:rPr lang="en-US" dirty="0" err="1"/>
              <a:t>hàng</a:t>
            </a:r>
            <a:r>
              <a:rPr lang="en-US" dirty="0"/>
              <a:t> </a:t>
            </a:r>
            <a:r>
              <a:rPr lang="en-US" dirty="0" err="1"/>
              <a:t>ngày</a:t>
            </a:r>
            <a:r>
              <a:rPr lang="en-US" dirty="0"/>
              <a:t> </a:t>
            </a:r>
            <a:r>
              <a:rPr lang="en-US" dirty="0" err="1"/>
              <a:t>với</a:t>
            </a:r>
            <a:r>
              <a:rPr lang="en-US" dirty="0"/>
              <a:t> </a:t>
            </a:r>
            <a:r>
              <a:rPr lang="en-US" dirty="0" err="1"/>
              <a:t>số</a:t>
            </a:r>
            <a:r>
              <a:rPr lang="en-US" dirty="0"/>
              <a:t> </a:t>
            </a:r>
            <a:r>
              <a:rPr lang="en-US" dirty="0" err="1"/>
              <a:t>liệu</a:t>
            </a:r>
            <a:r>
              <a:rPr lang="en-US" dirty="0"/>
              <a:t> </a:t>
            </a:r>
            <a:r>
              <a:rPr lang="en-US" dirty="0" err="1"/>
              <a:t>Khám</a:t>
            </a:r>
            <a:r>
              <a:rPr lang="en-US" dirty="0"/>
              <a:t> </a:t>
            </a:r>
            <a:r>
              <a:rPr lang="en-US" dirty="0" err="1"/>
              <a:t>tại</a:t>
            </a:r>
            <a:r>
              <a:rPr lang="en-US" dirty="0"/>
              <a:t> </a:t>
            </a:r>
            <a:r>
              <a:rPr lang="en-US" dirty="0" err="1"/>
              <a:t>Trạm</a:t>
            </a:r>
            <a:r>
              <a:rPr lang="en-US" dirty="0"/>
              <a:t>/</a:t>
            </a:r>
            <a:r>
              <a:rPr lang="en-US" dirty="0" err="1"/>
              <a:t>Phòng</a:t>
            </a:r>
            <a:r>
              <a:rPr lang="en-US" dirty="0"/>
              <a:t> </a:t>
            </a:r>
            <a:r>
              <a:rPr lang="en-US" dirty="0" err="1"/>
              <a:t>khám</a:t>
            </a:r>
            <a:r>
              <a:rPr lang="en-US" dirty="0"/>
              <a:t>/</a:t>
            </a:r>
            <a:r>
              <a:rPr lang="en-US" dirty="0" err="1"/>
              <a:t>bệnh</a:t>
            </a:r>
            <a:r>
              <a:rPr lang="en-US" dirty="0"/>
              <a:t> </a:t>
            </a:r>
            <a:r>
              <a:rPr lang="en-US" dirty="0" err="1"/>
              <a:t>viện</a:t>
            </a:r>
            <a:endParaRPr lang="en-US" dirty="0"/>
          </a:p>
          <a:p>
            <a:pPr marL="342900" lvl="1" indent="-342900" algn="just">
              <a:lnSpc>
                <a:spcPct val="150000"/>
              </a:lnSpc>
              <a:buFont typeface="+mj-lt"/>
              <a:buAutoNum type="arabicParenR"/>
            </a:pPr>
            <a:r>
              <a:rPr lang="vi-VN" dirty="0"/>
              <a:t>Đảm bảo liên thông dữ liệu chính xác, đầy đủ, kịp thời</a:t>
            </a:r>
            <a:r>
              <a:rPr lang="en-US" dirty="0"/>
              <a:t> </a:t>
            </a:r>
            <a:r>
              <a:rPr lang="en-US" dirty="0" err="1"/>
              <a:t>ngay</a:t>
            </a:r>
            <a:r>
              <a:rPr lang="en-US" dirty="0"/>
              <a:t> </a:t>
            </a:r>
            <a:r>
              <a:rPr lang="en-US" dirty="0" err="1"/>
              <a:t>sau</a:t>
            </a:r>
            <a:r>
              <a:rPr lang="en-US" dirty="0"/>
              <a:t> </a:t>
            </a:r>
            <a:r>
              <a:rPr lang="en-US" dirty="0" err="1"/>
              <a:t>kết</a:t>
            </a:r>
            <a:r>
              <a:rPr lang="en-US" dirty="0"/>
              <a:t> </a:t>
            </a:r>
            <a:r>
              <a:rPr lang="en-US" dirty="0" err="1"/>
              <a:t>thúc</a:t>
            </a:r>
            <a:r>
              <a:rPr lang="en-US" dirty="0"/>
              <a:t> </a:t>
            </a:r>
            <a:r>
              <a:rPr lang="en-US" dirty="0" err="1"/>
              <a:t>khám</a:t>
            </a:r>
            <a:r>
              <a:rPr lang="en-US" dirty="0"/>
              <a:t> </a:t>
            </a:r>
            <a:r>
              <a:rPr lang="en-US" dirty="0" err="1"/>
              <a:t>cho</a:t>
            </a:r>
            <a:r>
              <a:rPr lang="en-US" dirty="0"/>
              <a:t> </a:t>
            </a:r>
            <a:r>
              <a:rPr lang="en-US" dirty="0" err="1"/>
              <a:t>người</a:t>
            </a:r>
            <a:r>
              <a:rPr lang="en-US" dirty="0"/>
              <a:t> </a:t>
            </a:r>
            <a:r>
              <a:rPr lang="en-US" dirty="0" err="1"/>
              <a:t>bệnh</a:t>
            </a:r>
            <a:r>
              <a:rPr lang="vi-VN" dirty="0"/>
              <a:t>. Trường hợp các đơn vị được giao thực hiện khám sức khỏe không thực hiện liên thông, cập nhật đầy đủ dữ liệu lên Kho dữ liệu Hồ sơ sức khỏe điện tử của tỉnh (số liệu trên phần mềm không đủ so với số liệu báo cáo) thì Thủ trưởng các đơn vị đó hoàn toàn chịu trách nhiệm trước Sở Y tế.</a:t>
            </a:r>
            <a:r>
              <a:rPr lang="en-US" dirty="0"/>
              <a:t>  </a:t>
            </a:r>
          </a:p>
        </p:txBody>
      </p:sp>
    </p:spTree>
    <p:extLst>
      <p:ext uri="{BB962C8B-B14F-4D97-AF65-F5344CB8AC3E}">
        <p14:creationId xmlns:p14="http://schemas.microsoft.com/office/powerpoint/2010/main" val="2109944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2" name="Google Shape;196;p22">
            <a:extLst>
              <a:ext uri="{FF2B5EF4-FFF2-40B4-BE49-F238E27FC236}">
                <a16:creationId xmlns:a16="http://schemas.microsoft.com/office/drawing/2014/main" xmlns="" id="{4213D764-5D0E-319B-2B89-8A911F1076F2}"/>
              </a:ext>
            </a:extLst>
          </p:cNvPr>
          <p:cNvSpPr txBox="1">
            <a:spLocks/>
          </p:cNvSpPr>
          <p:nvPr/>
        </p:nvSpPr>
        <p:spPr>
          <a:xfrm flipH="1">
            <a:off x="0" y="1966823"/>
            <a:ext cx="9144000" cy="604927"/>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434343"/>
              </a:buClr>
              <a:buSzPts val="4800"/>
              <a:buFont typeface="Ubuntu Condensed"/>
              <a:buNone/>
              <a:defRPr sz="4800" b="0" i="0" u="none" strike="noStrike" cap="none">
                <a:solidFill>
                  <a:srgbClr val="434343"/>
                </a:solidFill>
                <a:latin typeface="Ubuntu Condensed"/>
                <a:ea typeface="Ubuntu Condensed"/>
                <a:cs typeface="Ubuntu Condensed"/>
                <a:sym typeface="Ubuntu Condensed"/>
              </a:defRPr>
            </a:lvl1pPr>
            <a:lvl2pPr marR="0" lvl="1" algn="ctr" rtl="0">
              <a:lnSpc>
                <a:spcPct val="100000"/>
              </a:lnSpc>
              <a:spcBef>
                <a:spcPts val="0"/>
              </a:spcBef>
              <a:spcAft>
                <a:spcPts val="0"/>
              </a:spcAft>
              <a:buClr>
                <a:srgbClr val="666666"/>
              </a:buClr>
              <a:buSzPts val="5200"/>
              <a:buFont typeface="Squada One"/>
              <a:buNone/>
              <a:defRPr sz="5200" b="0" i="0" u="none" strike="noStrike" cap="none">
                <a:solidFill>
                  <a:srgbClr val="666666"/>
                </a:solidFill>
                <a:latin typeface="Squada One"/>
                <a:ea typeface="Squada One"/>
                <a:cs typeface="Squada One"/>
                <a:sym typeface="Squada One"/>
              </a:defRPr>
            </a:lvl2pPr>
            <a:lvl3pPr marR="0" lvl="2" algn="ctr" rtl="0">
              <a:lnSpc>
                <a:spcPct val="100000"/>
              </a:lnSpc>
              <a:spcBef>
                <a:spcPts val="0"/>
              </a:spcBef>
              <a:spcAft>
                <a:spcPts val="0"/>
              </a:spcAft>
              <a:buClr>
                <a:srgbClr val="666666"/>
              </a:buClr>
              <a:buSzPts val="5200"/>
              <a:buFont typeface="Squada One"/>
              <a:buNone/>
              <a:defRPr sz="5200" b="0" i="0" u="none" strike="noStrike" cap="none">
                <a:solidFill>
                  <a:srgbClr val="666666"/>
                </a:solidFill>
                <a:latin typeface="Squada One"/>
                <a:ea typeface="Squada One"/>
                <a:cs typeface="Squada One"/>
                <a:sym typeface="Squada One"/>
              </a:defRPr>
            </a:lvl3pPr>
            <a:lvl4pPr marR="0" lvl="3" algn="ctr" rtl="0">
              <a:lnSpc>
                <a:spcPct val="100000"/>
              </a:lnSpc>
              <a:spcBef>
                <a:spcPts val="0"/>
              </a:spcBef>
              <a:spcAft>
                <a:spcPts val="0"/>
              </a:spcAft>
              <a:buClr>
                <a:srgbClr val="666666"/>
              </a:buClr>
              <a:buSzPts val="5200"/>
              <a:buFont typeface="Squada One"/>
              <a:buNone/>
              <a:defRPr sz="5200" b="0" i="0" u="none" strike="noStrike" cap="none">
                <a:solidFill>
                  <a:srgbClr val="666666"/>
                </a:solidFill>
                <a:latin typeface="Squada One"/>
                <a:ea typeface="Squada One"/>
                <a:cs typeface="Squada One"/>
                <a:sym typeface="Squada One"/>
              </a:defRPr>
            </a:lvl4pPr>
            <a:lvl5pPr marR="0" lvl="4" algn="ctr" rtl="0">
              <a:lnSpc>
                <a:spcPct val="100000"/>
              </a:lnSpc>
              <a:spcBef>
                <a:spcPts val="0"/>
              </a:spcBef>
              <a:spcAft>
                <a:spcPts val="0"/>
              </a:spcAft>
              <a:buClr>
                <a:srgbClr val="666666"/>
              </a:buClr>
              <a:buSzPts val="5200"/>
              <a:buFont typeface="Squada One"/>
              <a:buNone/>
              <a:defRPr sz="5200" b="0" i="0" u="none" strike="noStrike" cap="none">
                <a:solidFill>
                  <a:srgbClr val="666666"/>
                </a:solidFill>
                <a:latin typeface="Squada One"/>
                <a:ea typeface="Squada One"/>
                <a:cs typeface="Squada One"/>
                <a:sym typeface="Squada One"/>
              </a:defRPr>
            </a:lvl5pPr>
            <a:lvl6pPr marR="0" lvl="5" algn="ctr" rtl="0">
              <a:lnSpc>
                <a:spcPct val="100000"/>
              </a:lnSpc>
              <a:spcBef>
                <a:spcPts val="0"/>
              </a:spcBef>
              <a:spcAft>
                <a:spcPts val="0"/>
              </a:spcAft>
              <a:buClr>
                <a:srgbClr val="666666"/>
              </a:buClr>
              <a:buSzPts val="5200"/>
              <a:buFont typeface="Squada One"/>
              <a:buNone/>
              <a:defRPr sz="5200" b="0" i="0" u="none" strike="noStrike" cap="none">
                <a:solidFill>
                  <a:srgbClr val="666666"/>
                </a:solidFill>
                <a:latin typeface="Squada One"/>
                <a:ea typeface="Squada One"/>
                <a:cs typeface="Squada One"/>
                <a:sym typeface="Squada One"/>
              </a:defRPr>
            </a:lvl6pPr>
            <a:lvl7pPr marR="0" lvl="6" algn="ctr" rtl="0">
              <a:lnSpc>
                <a:spcPct val="100000"/>
              </a:lnSpc>
              <a:spcBef>
                <a:spcPts val="0"/>
              </a:spcBef>
              <a:spcAft>
                <a:spcPts val="0"/>
              </a:spcAft>
              <a:buClr>
                <a:srgbClr val="666666"/>
              </a:buClr>
              <a:buSzPts val="5200"/>
              <a:buFont typeface="Squada One"/>
              <a:buNone/>
              <a:defRPr sz="5200" b="0" i="0" u="none" strike="noStrike" cap="none">
                <a:solidFill>
                  <a:srgbClr val="666666"/>
                </a:solidFill>
                <a:latin typeface="Squada One"/>
                <a:ea typeface="Squada One"/>
                <a:cs typeface="Squada One"/>
                <a:sym typeface="Squada One"/>
              </a:defRPr>
            </a:lvl7pPr>
            <a:lvl8pPr marR="0" lvl="7" algn="ctr" rtl="0">
              <a:lnSpc>
                <a:spcPct val="100000"/>
              </a:lnSpc>
              <a:spcBef>
                <a:spcPts val="0"/>
              </a:spcBef>
              <a:spcAft>
                <a:spcPts val="0"/>
              </a:spcAft>
              <a:buClr>
                <a:srgbClr val="666666"/>
              </a:buClr>
              <a:buSzPts val="5200"/>
              <a:buFont typeface="Squada One"/>
              <a:buNone/>
              <a:defRPr sz="5200" b="0" i="0" u="none" strike="noStrike" cap="none">
                <a:solidFill>
                  <a:srgbClr val="666666"/>
                </a:solidFill>
                <a:latin typeface="Squada One"/>
                <a:ea typeface="Squada One"/>
                <a:cs typeface="Squada One"/>
                <a:sym typeface="Squada One"/>
              </a:defRPr>
            </a:lvl8pPr>
            <a:lvl9pPr marR="0" lvl="8" algn="ctr" rtl="0">
              <a:lnSpc>
                <a:spcPct val="100000"/>
              </a:lnSpc>
              <a:spcBef>
                <a:spcPts val="0"/>
              </a:spcBef>
              <a:spcAft>
                <a:spcPts val="0"/>
              </a:spcAft>
              <a:buClr>
                <a:srgbClr val="666666"/>
              </a:buClr>
              <a:buSzPts val="5200"/>
              <a:buFont typeface="Squada One"/>
              <a:buNone/>
              <a:defRPr sz="5200" b="0" i="0" u="none" strike="noStrike" cap="none">
                <a:solidFill>
                  <a:srgbClr val="666666"/>
                </a:solidFill>
                <a:latin typeface="Squada One"/>
                <a:ea typeface="Squada One"/>
                <a:cs typeface="Squada One"/>
                <a:sym typeface="Squada One"/>
              </a:defRPr>
            </a:lvl9pPr>
          </a:lstStyle>
          <a:p>
            <a:r>
              <a:rPr lang="vi-VN" dirty="0">
                <a:latin typeface="Times New Roman" panose="02020603050405020304" pitchFamily="18" charset="0"/>
                <a:cs typeface="Times New Roman" panose="02020603050405020304" pitchFamily="18" charset="0"/>
              </a:rPr>
              <a:t>Trân trọng cảm ơn!</a:t>
            </a:r>
          </a:p>
        </p:txBody>
      </p:sp>
    </p:spTree>
  </p:cSld>
  <p:clrMapOvr>
    <a:masterClrMapping/>
  </p:clrMapOvr>
</p:sld>
</file>

<file path=ppt/theme/theme1.xml><?xml version="1.0" encoding="utf-8"?>
<a:theme xmlns:a="http://schemas.openxmlformats.org/drawingml/2006/main" name="Healthcare Center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1473</TotalTime>
  <Words>1282</Words>
  <Application>Microsoft Office PowerPoint</Application>
  <PresentationFormat>On-screen Show (16:9)</PresentationFormat>
  <Paragraphs>90</Paragraphs>
  <Slides>17</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Ubuntu Condensed</vt:lpstr>
      <vt:lpstr>Muli</vt:lpstr>
      <vt:lpstr>Roboto Slab Regular</vt:lpstr>
      <vt:lpstr>Times New Roman</vt:lpstr>
      <vt:lpstr>Squada One</vt:lpstr>
      <vt:lpstr>Healthcare Center by Slidesgo</vt:lpstr>
      <vt:lpstr>PowerPoint Presentation</vt:lpstr>
      <vt:lpstr>PowerPoint Presentation</vt:lpstr>
      <vt:lpstr>Theo Công văn số 7286/SYT-QLBHYTCNTT ngày 22/7/2026 của Sở Y tế về việc kết nối, liên thông dữ liệu khám sức khỏe với  Hệ thống HSSKĐT TPHN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BoYTe-PC01</dc:creator>
  <cp:lastModifiedBy>Microsoft account</cp:lastModifiedBy>
  <cp:revision>23</cp:revision>
  <dcterms:modified xsi:type="dcterms:W3CDTF">2026-08-14T14:11:25Z</dcterms:modified>
</cp:coreProperties>
</file>